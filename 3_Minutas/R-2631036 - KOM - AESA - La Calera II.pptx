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20" r:id="rId5"/>
    <p:sldId id="333" r:id="rId6"/>
    <p:sldId id="498" r:id="rId7"/>
    <p:sldId id="504" r:id="rId8"/>
    <p:sldId id="505" r:id="rId9"/>
    <p:sldId id="499" r:id="rId10"/>
    <p:sldId id="492" r:id="rId11"/>
    <p:sldId id="512" r:id="rId12"/>
    <p:sldId id="501" r:id="rId13"/>
    <p:sldId id="506" r:id="rId14"/>
    <p:sldId id="507" r:id="rId15"/>
    <p:sldId id="509" r:id="rId16"/>
    <p:sldId id="513" r:id="rId17"/>
    <p:sldId id="315" r:id="rId18"/>
  </p:sldIdLst>
  <p:sldSz cx="9144000" cy="6858000" type="screen4x3"/>
  <p:notesSz cx="6797675" cy="9926638"/>
  <p:embeddedFontLst>
    <p:embeddedFont>
      <p:font typeface="ABBvoiceOffice" panose="020D0603020503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46">
          <p15:clr>
            <a:srgbClr val="A4A3A4"/>
          </p15:clr>
        </p15:guide>
        <p15:guide id="2" orient="horz" pos="3726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pos="176">
          <p15:clr>
            <a:srgbClr val="A4A3A4"/>
          </p15:clr>
        </p15:guide>
        <p15:guide id="5" pos="5583">
          <p15:clr>
            <a:srgbClr val="A4A3A4"/>
          </p15:clr>
        </p15:guide>
        <p15:guide id="8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Styl jasny 1 — Ak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 jasny 3 — Ak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73F8A54-F971-430D-9108-034FE38666EA}" styleName="ABB Default Table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0" cmpd="sng">
              <a:solidFill>
                <a:schemeClr val="dk1"/>
              </a:solidFill>
            </a:ln>
          </a:bottom>
          <a:insideH>
            <a:ln w="75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ff">
        <a:fontRef idx="minor">
          <a:schemeClr val="dk1"/>
        </a:fontRef>
        <a:schemeClr val="dk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hemeClr val="dk1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ff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5000" cmpd="sng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94" autoAdjust="0"/>
    <p:restoredTop sz="95280" autoAdjust="0"/>
  </p:normalViewPr>
  <p:slideViewPr>
    <p:cSldViewPr snapToGrid="0" snapToObjects="1" showGuides="1">
      <p:cViewPr varScale="1">
        <p:scale>
          <a:sx n="106" d="100"/>
          <a:sy n="106" d="100"/>
        </p:scale>
        <p:origin x="852" y="114"/>
      </p:cViewPr>
      <p:guideLst>
        <p:guide orient="horz" pos="1146"/>
        <p:guide orient="horz" pos="3726"/>
        <p:guide orient="horz" pos="459"/>
        <p:guide pos="176"/>
        <p:guide pos="5583"/>
        <p:guide pos="2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59" d="100"/>
          <a:sy n="59" d="100"/>
        </p:scale>
        <p:origin x="2718" y="72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Mack" userId="72e6824c-44a6-466a-bdfe-5c4ab8c2ac5a" providerId="ADAL" clId="{569A44EC-4A4A-4E16-B164-FBB4F2CAC444}"/>
    <pc:docChg chg="undo custSel addSld delSld modSld sldOrd">
      <pc:chgData name="Rodrigo Mack" userId="72e6824c-44a6-466a-bdfe-5c4ab8c2ac5a" providerId="ADAL" clId="{569A44EC-4A4A-4E16-B164-FBB4F2CAC444}" dt="2026-05-15T15:49:16.103" v="642" actId="6549"/>
      <pc:docMkLst>
        <pc:docMk/>
      </pc:docMkLst>
      <pc:sldChg chg="modSp mod">
        <pc:chgData name="Rodrigo Mack" userId="72e6824c-44a6-466a-bdfe-5c4ab8c2ac5a" providerId="ADAL" clId="{569A44EC-4A4A-4E16-B164-FBB4F2CAC444}" dt="2026-05-15T14:41:11.449" v="3" actId="6549"/>
        <pc:sldMkLst>
          <pc:docMk/>
          <pc:sldMk cId="1981660274" sldId="320"/>
        </pc:sldMkLst>
        <pc:spChg chg="mod">
          <ac:chgData name="Rodrigo Mack" userId="72e6824c-44a6-466a-bdfe-5c4ab8c2ac5a" providerId="ADAL" clId="{569A44EC-4A4A-4E16-B164-FBB4F2CAC444}" dt="2026-05-15T14:41:11.449" v="3" actId="6549"/>
          <ac:spMkLst>
            <pc:docMk/>
            <pc:sldMk cId="1981660274" sldId="320"/>
            <ac:spMk id="22" creationId="{00000000-0000-0000-0000-000000000000}"/>
          </ac:spMkLst>
        </pc:spChg>
      </pc:sldChg>
      <pc:sldChg chg="modSp mod">
        <pc:chgData name="Rodrigo Mack" userId="72e6824c-44a6-466a-bdfe-5c4ab8c2ac5a" providerId="ADAL" clId="{569A44EC-4A4A-4E16-B164-FBB4F2CAC444}" dt="2026-05-15T15:49:16.103" v="642" actId="6549"/>
        <pc:sldMkLst>
          <pc:docMk/>
          <pc:sldMk cId="2555365758" sldId="333"/>
        </pc:sldMkLst>
        <pc:spChg chg="mod">
          <ac:chgData name="Rodrigo Mack" userId="72e6824c-44a6-466a-bdfe-5c4ab8c2ac5a" providerId="ADAL" clId="{569A44EC-4A4A-4E16-B164-FBB4F2CAC444}" dt="2026-05-15T15:49:16.103" v="642" actId="6549"/>
          <ac:spMkLst>
            <pc:docMk/>
            <pc:sldMk cId="2555365758" sldId="333"/>
            <ac:spMk id="2" creationId="{00000000-0000-0000-0000-000000000000}"/>
          </ac:spMkLst>
        </pc:spChg>
      </pc:sldChg>
      <pc:sldChg chg="del">
        <pc:chgData name="Rodrigo Mack" userId="72e6824c-44a6-466a-bdfe-5c4ab8c2ac5a" providerId="ADAL" clId="{569A44EC-4A4A-4E16-B164-FBB4F2CAC444}" dt="2026-05-15T14:49:01.585" v="67" actId="47"/>
        <pc:sldMkLst>
          <pc:docMk/>
          <pc:sldMk cId="3322631618" sldId="471"/>
        </pc:sldMkLst>
      </pc:sldChg>
      <pc:sldChg chg="add del">
        <pc:chgData name="Rodrigo Mack" userId="72e6824c-44a6-466a-bdfe-5c4ab8c2ac5a" providerId="ADAL" clId="{569A44EC-4A4A-4E16-B164-FBB4F2CAC444}" dt="2026-05-15T15:43:22.423" v="300" actId="47"/>
        <pc:sldMkLst>
          <pc:docMk/>
          <pc:sldMk cId="713318436" sldId="480"/>
        </pc:sldMkLst>
      </pc:sldChg>
      <pc:sldChg chg="delSp modSp add mod">
        <pc:chgData name="Rodrigo Mack" userId="72e6824c-44a6-466a-bdfe-5c4ab8c2ac5a" providerId="ADAL" clId="{569A44EC-4A4A-4E16-B164-FBB4F2CAC444}" dt="2026-05-15T14:50:59.905" v="93" actId="20577"/>
        <pc:sldMkLst>
          <pc:docMk/>
          <pc:sldMk cId="1247407697" sldId="492"/>
        </pc:sldMkLst>
        <pc:spChg chg="del">
          <ac:chgData name="Rodrigo Mack" userId="72e6824c-44a6-466a-bdfe-5c4ab8c2ac5a" providerId="ADAL" clId="{569A44EC-4A4A-4E16-B164-FBB4F2CAC444}" dt="2026-05-15T14:49:08.769" v="68" actId="478"/>
          <ac:spMkLst>
            <pc:docMk/>
            <pc:sldMk cId="1247407697" sldId="492"/>
            <ac:spMk id="6" creationId="{CCEDB2AA-1936-476F-D21F-60E9AD99F5AE}"/>
          </ac:spMkLst>
        </pc:spChg>
        <pc:spChg chg="mod">
          <ac:chgData name="Rodrigo Mack" userId="72e6824c-44a6-466a-bdfe-5c4ab8c2ac5a" providerId="ADAL" clId="{569A44EC-4A4A-4E16-B164-FBB4F2CAC444}" dt="2026-05-15T14:50:59.905" v="93" actId="20577"/>
          <ac:spMkLst>
            <pc:docMk/>
            <pc:sldMk cId="1247407697" sldId="492"/>
            <ac:spMk id="9" creationId="{BA017559-5849-4D14-1AD7-605A4D2A4A56}"/>
          </ac:spMkLst>
        </pc:spChg>
        <pc:spChg chg="mod">
          <ac:chgData name="Rodrigo Mack" userId="72e6824c-44a6-466a-bdfe-5c4ab8c2ac5a" providerId="ADAL" clId="{569A44EC-4A4A-4E16-B164-FBB4F2CAC444}" dt="2026-05-15T14:49:18.957" v="69" actId="6549"/>
          <ac:spMkLst>
            <pc:docMk/>
            <pc:sldMk cId="1247407697" sldId="492"/>
            <ac:spMk id="11" creationId="{98971F0E-E1A5-7F16-E800-43C22161A817}"/>
          </ac:spMkLst>
        </pc:spChg>
      </pc:sldChg>
      <pc:sldChg chg="del">
        <pc:chgData name="Rodrigo Mack" userId="72e6824c-44a6-466a-bdfe-5c4ab8c2ac5a" providerId="ADAL" clId="{569A44EC-4A4A-4E16-B164-FBB4F2CAC444}" dt="2026-05-15T14:49:52.561" v="71" actId="47"/>
        <pc:sldMkLst>
          <pc:docMk/>
          <pc:sldMk cId="471690964" sldId="493"/>
        </pc:sldMkLst>
      </pc:sldChg>
      <pc:sldChg chg="del">
        <pc:chgData name="Rodrigo Mack" userId="72e6824c-44a6-466a-bdfe-5c4ab8c2ac5a" providerId="ADAL" clId="{569A44EC-4A4A-4E16-B164-FBB4F2CAC444}" dt="2026-05-15T15:44:20.949" v="323" actId="47"/>
        <pc:sldMkLst>
          <pc:docMk/>
          <pc:sldMk cId="35966628" sldId="495"/>
        </pc:sldMkLst>
      </pc:sldChg>
      <pc:sldChg chg="addSp delSp modSp mod">
        <pc:chgData name="Rodrigo Mack" userId="72e6824c-44a6-466a-bdfe-5c4ab8c2ac5a" providerId="ADAL" clId="{569A44EC-4A4A-4E16-B164-FBB4F2CAC444}" dt="2026-05-15T15:48:40.807" v="639" actId="20577"/>
        <pc:sldMkLst>
          <pc:docMk/>
          <pc:sldMk cId="3818010607" sldId="498"/>
        </pc:sldMkLst>
        <pc:graphicFrameChg chg="del">
          <ac:chgData name="Rodrigo Mack" userId="72e6824c-44a6-466a-bdfe-5c4ab8c2ac5a" providerId="ADAL" clId="{569A44EC-4A4A-4E16-B164-FBB4F2CAC444}" dt="2026-05-15T14:46:14.783" v="4" actId="478"/>
          <ac:graphicFrameMkLst>
            <pc:docMk/>
            <pc:sldMk cId="3818010607" sldId="498"/>
            <ac:graphicFrameMk id="3" creationId="{07B527CA-BFE6-0040-3EDE-440800F7D538}"/>
          </ac:graphicFrameMkLst>
        </pc:graphicFrameChg>
        <pc:graphicFrameChg chg="add mod modGraphic">
          <ac:chgData name="Rodrigo Mack" userId="72e6824c-44a6-466a-bdfe-5c4ab8c2ac5a" providerId="ADAL" clId="{569A44EC-4A4A-4E16-B164-FBB4F2CAC444}" dt="2026-05-15T15:48:40.807" v="639" actId="20577"/>
          <ac:graphicFrameMkLst>
            <pc:docMk/>
            <pc:sldMk cId="3818010607" sldId="498"/>
            <ac:graphicFrameMk id="5" creationId="{ABB403D7-235D-C1FA-DC82-0157B53553EF}"/>
          </ac:graphicFrameMkLst>
        </pc:graphicFrameChg>
        <pc:cxnChg chg="add mod">
          <ac:chgData name="Rodrigo Mack" userId="72e6824c-44a6-466a-bdfe-5c4ab8c2ac5a" providerId="ADAL" clId="{569A44EC-4A4A-4E16-B164-FBB4F2CAC444}" dt="2026-05-15T14:47:00.706" v="14" actId="14100"/>
          <ac:cxnSpMkLst>
            <pc:docMk/>
            <pc:sldMk cId="3818010607" sldId="498"/>
            <ac:cxnSpMk id="6" creationId="{47EC06AD-D647-6BCE-2A83-2B56442BE68F}"/>
          </ac:cxnSpMkLst>
        </pc:cxnChg>
        <pc:cxnChg chg="add mod">
          <ac:chgData name="Rodrigo Mack" userId="72e6824c-44a6-466a-bdfe-5c4ab8c2ac5a" providerId="ADAL" clId="{569A44EC-4A4A-4E16-B164-FBB4F2CAC444}" dt="2026-05-15T14:47:09.211" v="17" actId="14100"/>
          <ac:cxnSpMkLst>
            <pc:docMk/>
            <pc:sldMk cId="3818010607" sldId="498"/>
            <ac:cxnSpMk id="9" creationId="{CA9EA208-8FE4-75F9-29F8-CC5A7FE36102}"/>
          </ac:cxnSpMkLst>
        </pc:cxnChg>
      </pc:sldChg>
      <pc:sldChg chg="modSp mod">
        <pc:chgData name="Rodrigo Mack" userId="72e6824c-44a6-466a-bdfe-5c4ab8c2ac5a" providerId="ADAL" clId="{569A44EC-4A4A-4E16-B164-FBB4F2CAC444}" dt="2026-05-15T15:46:48.625" v="467" actId="20577"/>
        <pc:sldMkLst>
          <pc:docMk/>
          <pc:sldMk cId="378634085" sldId="499"/>
        </pc:sldMkLst>
        <pc:spChg chg="mod">
          <ac:chgData name="Rodrigo Mack" userId="72e6824c-44a6-466a-bdfe-5c4ab8c2ac5a" providerId="ADAL" clId="{569A44EC-4A4A-4E16-B164-FBB4F2CAC444}" dt="2026-05-15T15:46:48.625" v="467" actId="20577"/>
          <ac:spMkLst>
            <pc:docMk/>
            <pc:sldMk cId="378634085" sldId="499"/>
            <ac:spMk id="3" creationId="{00000000-0000-0000-0000-000000000000}"/>
          </ac:spMkLst>
        </pc:spChg>
      </pc:sldChg>
      <pc:sldChg chg="del">
        <pc:chgData name="Rodrigo Mack" userId="72e6824c-44a6-466a-bdfe-5c4ab8c2ac5a" providerId="ADAL" clId="{569A44EC-4A4A-4E16-B164-FBB4F2CAC444}" dt="2026-05-15T15:43:14.944" v="299" actId="47"/>
        <pc:sldMkLst>
          <pc:docMk/>
          <pc:sldMk cId="952599283" sldId="500"/>
        </pc:sldMkLst>
      </pc:sldChg>
      <pc:sldChg chg="addSp modSp mod">
        <pc:chgData name="Rodrigo Mack" userId="72e6824c-44a6-466a-bdfe-5c4ab8c2ac5a" providerId="ADAL" clId="{569A44EC-4A4A-4E16-B164-FBB4F2CAC444}" dt="2026-05-15T15:01:50.343" v="271" actId="1076"/>
        <pc:sldMkLst>
          <pc:docMk/>
          <pc:sldMk cId="1164986254" sldId="501"/>
        </pc:sldMkLst>
        <pc:spChg chg="mod">
          <ac:chgData name="Rodrigo Mack" userId="72e6824c-44a6-466a-bdfe-5c4ab8c2ac5a" providerId="ADAL" clId="{569A44EC-4A4A-4E16-B164-FBB4F2CAC444}" dt="2026-05-15T15:01:24.118" v="268" actId="20577"/>
          <ac:spMkLst>
            <pc:docMk/>
            <pc:sldMk cId="1164986254" sldId="501"/>
            <ac:spMk id="3" creationId="{00000000-0000-0000-0000-000000000000}"/>
          </ac:spMkLst>
        </pc:spChg>
        <pc:graphicFrameChg chg="add mod">
          <ac:chgData name="Rodrigo Mack" userId="72e6824c-44a6-466a-bdfe-5c4ab8c2ac5a" providerId="ADAL" clId="{569A44EC-4A4A-4E16-B164-FBB4F2CAC444}" dt="2026-05-15T15:01:50.343" v="271" actId="1076"/>
          <ac:graphicFrameMkLst>
            <pc:docMk/>
            <pc:sldMk cId="1164986254" sldId="501"/>
            <ac:graphicFrameMk id="2" creationId="{5F5A84D0-AA29-58EA-D4F0-2C4B43EBD05D}"/>
          </ac:graphicFrameMkLst>
        </pc:graphicFrameChg>
      </pc:sldChg>
      <pc:sldChg chg="modSp mod modShow">
        <pc:chgData name="Rodrigo Mack" userId="72e6824c-44a6-466a-bdfe-5c4ab8c2ac5a" providerId="ADAL" clId="{569A44EC-4A4A-4E16-B164-FBB4F2CAC444}" dt="2026-05-15T15:48:26.499" v="623" actId="20577"/>
        <pc:sldMkLst>
          <pc:docMk/>
          <pc:sldMk cId="2571207420" sldId="504"/>
        </pc:sldMkLst>
        <pc:spChg chg="mod">
          <ac:chgData name="Rodrigo Mack" userId="72e6824c-44a6-466a-bdfe-5c4ab8c2ac5a" providerId="ADAL" clId="{569A44EC-4A4A-4E16-B164-FBB4F2CAC444}" dt="2026-05-15T15:48:26.499" v="623" actId="20577"/>
          <ac:spMkLst>
            <pc:docMk/>
            <pc:sldMk cId="2571207420" sldId="504"/>
            <ac:spMk id="3" creationId="{00000000-0000-0000-0000-000000000000}"/>
          </ac:spMkLst>
        </pc:spChg>
      </pc:sldChg>
      <pc:sldChg chg="mod modShow">
        <pc:chgData name="Rodrigo Mack" userId="72e6824c-44a6-466a-bdfe-5c4ab8c2ac5a" providerId="ADAL" clId="{569A44EC-4A4A-4E16-B164-FBB4F2CAC444}" dt="2026-05-15T14:47:53.713" v="19" actId="729"/>
        <pc:sldMkLst>
          <pc:docMk/>
          <pc:sldMk cId="153091752" sldId="505"/>
        </pc:sldMkLst>
      </pc:sldChg>
      <pc:sldChg chg="modSp mod">
        <pc:chgData name="Rodrigo Mack" userId="72e6824c-44a6-466a-bdfe-5c4ab8c2ac5a" providerId="ADAL" clId="{569A44EC-4A4A-4E16-B164-FBB4F2CAC444}" dt="2026-05-15T15:00:06.948" v="259" actId="255"/>
        <pc:sldMkLst>
          <pc:docMk/>
          <pc:sldMk cId="3712420548" sldId="506"/>
        </pc:sldMkLst>
        <pc:spChg chg="mod">
          <ac:chgData name="Rodrigo Mack" userId="72e6824c-44a6-466a-bdfe-5c4ab8c2ac5a" providerId="ADAL" clId="{569A44EC-4A4A-4E16-B164-FBB4F2CAC444}" dt="2026-05-15T15:00:06.948" v="259" actId="255"/>
          <ac:spMkLst>
            <pc:docMk/>
            <pc:sldMk cId="3712420548" sldId="506"/>
            <ac:spMk id="3" creationId="{00000000-0000-0000-0000-000000000000}"/>
          </ac:spMkLst>
        </pc:spChg>
      </pc:sldChg>
      <pc:sldChg chg="addSp delSp modSp mod ord">
        <pc:chgData name="Rodrigo Mack" userId="72e6824c-44a6-466a-bdfe-5c4ab8c2ac5a" providerId="ADAL" clId="{569A44EC-4A4A-4E16-B164-FBB4F2CAC444}" dt="2026-05-15T15:44:14.743" v="322" actId="6549"/>
        <pc:sldMkLst>
          <pc:docMk/>
          <pc:sldMk cId="2239589159" sldId="507"/>
        </pc:sldMkLst>
        <pc:spChg chg="mod">
          <ac:chgData name="Rodrigo Mack" userId="72e6824c-44a6-466a-bdfe-5c4ab8c2ac5a" providerId="ADAL" clId="{569A44EC-4A4A-4E16-B164-FBB4F2CAC444}" dt="2026-05-15T15:44:14.743" v="322" actId="6549"/>
          <ac:spMkLst>
            <pc:docMk/>
            <pc:sldMk cId="2239589159" sldId="507"/>
            <ac:spMk id="9" creationId="{361F3183-4F39-4EAC-8D02-C4008FFD5F76}"/>
          </ac:spMkLst>
        </pc:spChg>
        <pc:graphicFrameChg chg="del">
          <ac:chgData name="Rodrigo Mack" userId="72e6824c-44a6-466a-bdfe-5c4ab8c2ac5a" providerId="ADAL" clId="{569A44EC-4A4A-4E16-B164-FBB4F2CAC444}" dt="2026-05-15T15:00:53.872" v="267" actId="478"/>
          <ac:graphicFrameMkLst>
            <pc:docMk/>
            <pc:sldMk cId="2239589159" sldId="507"/>
            <ac:graphicFrameMk id="2" creationId="{CB56BADF-256C-4389-9626-A14ADC003AA8}"/>
          </ac:graphicFrameMkLst>
        </pc:graphicFrameChg>
        <pc:graphicFrameChg chg="add del mod">
          <ac:chgData name="Rodrigo Mack" userId="72e6824c-44a6-466a-bdfe-5c4ab8c2ac5a" providerId="ADAL" clId="{569A44EC-4A4A-4E16-B164-FBB4F2CAC444}" dt="2026-05-15T15:07:04.514" v="273" actId="478"/>
          <ac:graphicFrameMkLst>
            <pc:docMk/>
            <pc:sldMk cId="2239589159" sldId="507"/>
            <ac:graphicFrameMk id="3" creationId="{791FC824-EDC7-CC00-DCBE-6653F3ACB610}"/>
          </ac:graphicFrameMkLst>
        </pc:graphicFrameChg>
        <pc:graphicFrameChg chg="add mod">
          <ac:chgData name="Rodrigo Mack" userId="72e6824c-44a6-466a-bdfe-5c4ab8c2ac5a" providerId="ADAL" clId="{569A44EC-4A4A-4E16-B164-FBB4F2CAC444}" dt="2026-05-15T15:41:46.745" v="275" actId="1076"/>
          <ac:graphicFrameMkLst>
            <pc:docMk/>
            <pc:sldMk cId="2239589159" sldId="507"/>
            <ac:graphicFrameMk id="6" creationId="{FD97BCAB-4BA5-2F7A-08BA-3A94723D8CC4}"/>
          </ac:graphicFrameMkLst>
        </pc:graphicFrameChg>
      </pc:sldChg>
      <pc:sldChg chg="del">
        <pc:chgData name="Rodrigo Mack" userId="72e6824c-44a6-466a-bdfe-5c4ab8c2ac5a" providerId="ADAL" clId="{569A44EC-4A4A-4E16-B164-FBB4F2CAC444}" dt="2026-05-15T15:44:23.771" v="324" actId="47"/>
        <pc:sldMkLst>
          <pc:docMk/>
          <pc:sldMk cId="61675551" sldId="508"/>
        </pc:sldMkLst>
      </pc:sldChg>
      <pc:sldChg chg="modSp mod">
        <pc:chgData name="Rodrigo Mack" userId="72e6824c-44a6-466a-bdfe-5c4ab8c2ac5a" providerId="ADAL" clId="{569A44EC-4A4A-4E16-B164-FBB4F2CAC444}" dt="2026-05-15T15:45:06.452" v="334" actId="5793"/>
        <pc:sldMkLst>
          <pc:docMk/>
          <pc:sldMk cId="3795680016" sldId="509"/>
        </pc:sldMkLst>
        <pc:spChg chg="mod">
          <ac:chgData name="Rodrigo Mack" userId="72e6824c-44a6-466a-bdfe-5c4ab8c2ac5a" providerId="ADAL" clId="{569A44EC-4A4A-4E16-B164-FBB4F2CAC444}" dt="2026-05-15T15:45:06.452" v="334" actId="5793"/>
          <ac:spMkLst>
            <pc:docMk/>
            <pc:sldMk cId="3795680016" sldId="509"/>
            <ac:spMk id="9" creationId="{361F3183-4F39-4EAC-8D02-C4008FFD5F76}"/>
          </ac:spMkLst>
        </pc:spChg>
      </pc:sldChg>
      <pc:sldChg chg="del">
        <pc:chgData name="Rodrigo Mack" userId="72e6824c-44a6-466a-bdfe-5c4ab8c2ac5a" providerId="ADAL" clId="{569A44EC-4A4A-4E16-B164-FBB4F2CAC444}" dt="2026-05-15T14:59:16.382" v="256" actId="47"/>
        <pc:sldMkLst>
          <pc:docMk/>
          <pc:sldMk cId="1602754037" sldId="510"/>
        </pc:sldMkLst>
      </pc:sldChg>
      <pc:sldChg chg="del">
        <pc:chgData name="Rodrigo Mack" userId="72e6824c-44a6-466a-bdfe-5c4ab8c2ac5a" providerId="ADAL" clId="{569A44EC-4A4A-4E16-B164-FBB4F2CAC444}" dt="2026-05-15T15:45:12.019" v="335" actId="47"/>
        <pc:sldMkLst>
          <pc:docMk/>
          <pc:sldMk cId="996603769" sldId="511"/>
        </pc:sldMkLst>
      </pc:sldChg>
      <pc:sldChg chg="modSp add mod">
        <pc:chgData name="Rodrigo Mack" userId="72e6824c-44a6-466a-bdfe-5c4ab8c2ac5a" providerId="ADAL" clId="{569A44EC-4A4A-4E16-B164-FBB4F2CAC444}" dt="2026-05-15T14:51:05.389" v="96" actId="20577"/>
        <pc:sldMkLst>
          <pc:docMk/>
          <pc:sldMk cId="199091341" sldId="512"/>
        </pc:sldMkLst>
        <pc:spChg chg="mod">
          <ac:chgData name="Rodrigo Mack" userId="72e6824c-44a6-466a-bdfe-5c4ab8c2ac5a" providerId="ADAL" clId="{569A44EC-4A4A-4E16-B164-FBB4F2CAC444}" dt="2026-05-15T14:51:05.389" v="96" actId="20577"/>
          <ac:spMkLst>
            <pc:docMk/>
            <pc:sldMk cId="199091341" sldId="512"/>
            <ac:spMk id="9" creationId="{D48666EC-A797-6B67-C9B2-44BDD06E12B2}"/>
          </ac:spMkLst>
        </pc:spChg>
        <pc:spChg chg="mod">
          <ac:chgData name="Rodrigo Mack" userId="72e6824c-44a6-466a-bdfe-5c4ab8c2ac5a" providerId="ADAL" clId="{569A44EC-4A4A-4E16-B164-FBB4F2CAC444}" dt="2026-05-15T14:50:09.396" v="74" actId="6549"/>
          <ac:spMkLst>
            <pc:docMk/>
            <pc:sldMk cId="199091341" sldId="512"/>
            <ac:spMk id="11" creationId="{BDE0DD8F-AAF2-CFFB-A532-3ADF9134CBAE}"/>
          </ac:spMkLst>
        </pc:spChg>
      </pc:sldChg>
      <pc:sldChg chg="modSp add mod ord">
        <pc:chgData name="Rodrigo Mack" userId="72e6824c-44a6-466a-bdfe-5c4ab8c2ac5a" providerId="ADAL" clId="{569A44EC-4A4A-4E16-B164-FBB4F2CAC444}" dt="2026-05-15T15:45:30.511" v="377" actId="6549"/>
        <pc:sldMkLst>
          <pc:docMk/>
          <pc:sldMk cId="967828460" sldId="513"/>
        </pc:sldMkLst>
        <pc:spChg chg="mod">
          <ac:chgData name="Rodrigo Mack" userId="72e6824c-44a6-466a-bdfe-5c4ab8c2ac5a" providerId="ADAL" clId="{569A44EC-4A4A-4E16-B164-FBB4F2CAC444}" dt="2026-05-15T15:45:26.776" v="376" actId="6549"/>
          <ac:spMkLst>
            <pc:docMk/>
            <pc:sldMk cId="967828460" sldId="513"/>
            <ac:spMk id="4" creationId="{409D6224-055E-54A0-DAEC-9513BB705772}"/>
          </ac:spMkLst>
        </pc:spChg>
        <pc:spChg chg="mod">
          <ac:chgData name="Rodrigo Mack" userId="72e6824c-44a6-466a-bdfe-5c4ab8c2ac5a" providerId="ADAL" clId="{569A44EC-4A4A-4E16-B164-FBB4F2CAC444}" dt="2026-05-15T15:45:30.511" v="377" actId="6549"/>
          <ac:spMkLst>
            <pc:docMk/>
            <pc:sldMk cId="967828460" sldId="513"/>
            <ac:spMk id="9" creationId="{35E248A4-7082-6CC9-CAED-F86778294CF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E05C79-F264-476A-9B6E-3DFE628F5C67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AE0AA1-77D0-4209-AE77-7F33BEB66B3E}">
      <dgm:prSet phldrT="[Text]"/>
      <dgm:spPr>
        <a:blipFill rotWithShape="0">
          <a:blip xmlns:r="http://schemas.openxmlformats.org/officeDocument/2006/relationships" r:embed="rId1"/>
          <a:srcRect/>
          <a:stretch>
            <a:fillRect l="-2130000" r="-2130000"/>
          </a:stretch>
        </a:blipFill>
      </dgm:spPr>
      <dgm:t>
        <a:bodyPr/>
        <a:lstStyle/>
        <a:p>
          <a:r>
            <a:rPr lang="es-AR" dirty="0"/>
            <a:t>Project Manager </a:t>
          </a:r>
        </a:p>
        <a:p>
          <a:r>
            <a:rPr lang="es-AR" dirty="0"/>
            <a:t>R. Mack</a:t>
          </a:r>
        </a:p>
      </dgm:t>
    </dgm:pt>
    <dgm:pt modelId="{68C89E98-3C7C-48A2-8B92-6EEE3F7DC5E1}" type="parTrans" cxnId="{818AB94C-4B92-4AED-A1E6-3DD29AAD2E37}">
      <dgm:prSet/>
      <dgm:spPr/>
      <dgm:t>
        <a:bodyPr/>
        <a:lstStyle/>
        <a:p>
          <a:endParaRPr lang="en-US"/>
        </a:p>
      </dgm:t>
    </dgm:pt>
    <dgm:pt modelId="{40493191-2B93-4D3A-B19A-E32B26F32242}" type="sibTrans" cxnId="{818AB94C-4B92-4AED-A1E6-3DD29AAD2E37}">
      <dgm:prSet/>
      <dgm:spPr/>
      <dgm:t>
        <a:bodyPr/>
        <a:lstStyle/>
        <a:p>
          <a:endParaRPr lang="en-US"/>
        </a:p>
      </dgm:t>
    </dgm:pt>
    <dgm:pt modelId="{999A5203-50C0-4430-AB2A-A71235BD9E83}" type="asst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 err="1"/>
            <a:t>Technical</a:t>
          </a:r>
          <a:r>
            <a:rPr lang="es-AR" dirty="0"/>
            <a:t> Leader</a:t>
          </a:r>
        </a:p>
        <a:p>
          <a:r>
            <a:rPr lang="es-AR" dirty="0"/>
            <a:t>G. Pantolini</a:t>
          </a:r>
          <a:endParaRPr lang="en-US" dirty="0"/>
        </a:p>
      </dgm:t>
    </dgm:pt>
    <dgm:pt modelId="{56130DD5-2B28-4082-B58D-4DE635B6F7DF}" type="parTrans" cxnId="{FBD32B73-C1DB-43B5-8FC2-4800A3677F38}">
      <dgm:prSet/>
      <dgm:spPr/>
      <dgm:t>
        <a:bodyPr/>
        <a:lstStyle/>
        <a:p>
          <a:endParaRPr lang="en-US"/>
        </a:p>
      </dgm:t>
    </dgm:pt>
    <dgm:pt modelId="{FFB8C739-6382-4C52-88FB-6DB2F1F6EDCC}" type="sibTrans" cxnId="{FBD32B73-C1DB-43B5-8FC2-4800A3677F38}">
      <dgm:prSet/>
      <dgm:spPr/>
      <dgm:t>
        <a:bodyPr/>
        <a:lstStyle/>
        <a:p>
          <a:endParaRPr lang="en-US"/>
        </a:p>
      </dgm:t>
    </dgm:pt>
    <dgm:pt modelId="{8D6089A1-AE2C-4498-81FD-7BDDCC4CE2AA}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MV </a:t>
          </a:r>
          <a:r>
            <a:rPr lang="es-AR" dirty="0" err="1"/>
            <a:t>Unigear</a:t>
          </a:r>
          <a:r>
            <a:rPr lang="es-AR" dirty="0"/>
            <a:t> (BRELE)</a:t>
          </a:r>
        </a:p>
        <a:p>
          <a:r>
            <a:rPr lang="es-AR" dirty="0"/>
            <a:t>PM: TBD</a:t>
          </a:r>
        </a:p>
        <a:p>
          <a:r>
            <a:rPr lang="es-AR" dirty="0"/>
            <a:t>TL: TBD</a:t>
          </a:r>
        </a:p>
      </dgm:t>
    </dgm:pt>
    <dgm:pt modelId="{61465416-9538-4ADF-935A-2BB9A3E1E442}" type="parTrans" cxnId="{EEFE2919-2B65-48BB-AC42-166FA505BE52}">
      <dgm:prSet/>
      <dgm:spPr/>
      <dgm:t>
        <a:bodyPr/>
        <a:lstStyle/>
        <a:p>
          <a:endParaRPr lang="en-US"/>
        </a:p>
      </dgm:t>
    </dgm:pt>
    <dgm:pt modelId="{683DF703-EB2D-4819-9B2C-35499D418E06}" type="sibTrans" cxnId="{EEFE2919-2B65-48BB-AC42-166FA505BE52}">
      <dgm:prSet/>
      <dgm:spPr/>
      <dgm:t>
        <a:bodyPr/>
        <a:lstStyle/>
        <a:p>
          <a:endParaRPr lang="en-US"/>
        </a:p>
      </dgm:t>
    </dgm:pt>
    <dgm:pt modelId="{BD62FEC9-1BA3-494F-8617-A4B8E6726882}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E-House (and </a:t>
          </a:r>
          <a:r>
            <a:rPr lang="es-AR" dirty="0" err="1"/>
            <a:t>Integration</a:t>
          </a:r>
          <a:r>
            <a:rPr lang="es-AR" dirty="0"/>
            <a:t>)</a:t>
          </a:r>
        </a:p>
        <a:p>
          <a:r>
            <a:rPr lang="es-AR" dirty="0"/>
            <a:t>3er </a:t>
          </a:r>
          <a:r>
            <a:rPr lang="es-AR" dirty="0" err="1"/>
            <a:t>Party</a:t>
          </a:r>
          <a:endParaRPr lang="en-US" dirty="0"/>
        </a:p>
      </dgm:t>
    </dgm:pt>
    <dgm:pt modelId="{8041EDE2-3C07-429A-9CFE-B0EB872868C4}" type="parTrans" cxnId="{02F46D9E-4EFA-4BF8-BB3B-E0C3A8A54229}">
      <dgm:prSet/>
      <dgm:spPr/>
      <dgm:t>
        <a:bodyPr/>
        <a:lstStyle/>
        <a:p>
          <a:endParaRPr lang="en-US"/>
        </a:p>
      </dgm:t>
    </dgm:pt>
    <dgm:pt modelId="{9F5DA90F-E227-4348-8130-68D58EB818F8}" type="sibTrans" cxnId="{02F46D9E-4EFA-4BF8-BB3B-E0C3A8A54229}">
      <dgm:prSet/>
      <dgm:spPr/>
      <dgm:t>
        <a:bodyPr/>
        <a:lstStyle/>
        <a:p>
          <a:endParaRPr lang="en-US"/>
        </a:p>
      </dgm:t>
    </dgm:pt>
    <dgm:pt modelId="{6B427B8D-7F52-4C9F-9F1F-0EE8B10F8E29}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LVS MNS</a:t>
          </a:r>
        </a:p>
        <a:p>
          <a:r>
            <a:rPr lang="es-AR" dirty="0"/>
            <a:t>PM: Robson Rodrigues</a:t>
          </a:r>
        </a:p>
        <a:p>
          <a:r>
            <a:rPr lang="es-AR" dirty="0"/>
            <a:t>TL: Paulo Souza</a:t>
          </a:r>
          <a:endParaRPr lang="en-US" dirty="0"/>
        </a:p>
      </dgm:t>
    </dgm:pt>
    <dgm:pt modelId="{308FE926-6D69-4473-A10A-BC3244E92473}" type="parTrans" cxnId="{E8876AEA-E288-4217-BC11-9786A766C66F}">
      <dgm:prSet/>
      <dgm:spPr/>
      <dgm:t>
        <a:bodyPr/>
        <a:lstStyle/>
        <a:p>
          <a:endParaRPr lang="en-US"/>
        </a:p>
      </dgm:t>
    </dgm:pt>
    <dgm:pt modelId="{FDBFB9DB-A3A6-449F-8879-DBCA278278F9}" type="sibTrans" cxnId="{E8876AEA-E288-4217-BC11-9786A766C66F}">
      <dgm:prSet/>
      <dgm:spPr/>
      <dgm:t>
        <a:bodyPr/>
        <a:lstStyle/>
        <a:p>
          <a:endParaRPr lang="en-US"/>
        </a:p>
      </dgm:t>
    </dgm:pt>
    <dgm:pt modelId="{5159A97A-BA05-4913-A060-4C94F8ACBCB5}" type="asst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Project </a:t>
          </a:r>
          <a:r>
            <a:rPr lang="es-AR" dirty="0" err="1"/>
            <a:t>Controller</a:t>
          </a:r>
          <a:r>
            <a:rPr lang="es-AR" dirty="0"/>
            <a:t> Global EL</a:t>
          </a:r>
        </a:p>
        <a:p>
          <a:r>
            <a:rPr lang="es-AR" dirty="0"/>
            <a:t>B. Mattiuzzi</a:t>
          </a:r>
          <a:endParaRPr lang="en-US" dirty="0"/>
        </a:p>
      </dgm:t>
    </dgm:pt>
    <dgm:pt modelId="{7F00A1E3-45B4-413C-8303-7CF57E372C9F}" type="parTrans" cxnId="{66A2E4A9-EAF1-45CB-BCCD-DBA147A00B19}">
      <dgm:prSet/>
      <dgm:spPr/>
      <dgm:t>
        <a:bodyPr/>
        <a:lstStyle/>
        <a:p>
          <a:endParaRPr lang="en-US"/>
        </a:p>
      </dgm:t>
    </dgm:pt>
    <dgm:pt modelId="{42AFBDBF-87E0-44CA-8CDB-7DE6A8AF29DA}" type="sibTrans" cxnId="{66A2E4A9-EAF1-45CB-BCCD-DBA147A00B19}">
      <dgm:prSet/>
      <dgm:spPr/>
      <dgm:t>
        <a:bodyPr/>
        <a:lstStyle/>
        <a:p>
          <a:endParaRPr lang="en-US"/>
        </a:p>
      </dgm:t>
    </dgm:pt>
    <dgm:pt modelId="{D28CC85F-EA3A-4950-BB10-7DB55E9A7AEA}" type="asst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Comex</a:t>
          </a:r>
        </a:p>
        <a:p>
          <a:r>
            <a:rPr lang="en-US" dirty="0"/>
            <a:t>Johanna Tronchet</a:t>
          </a:r>
        </a:p>
      </dgm:t>
    </dgm:pt>
    <dgm:pt modelId="{92E15C2E-9DAA-4153-AABB-5664A22C3430}" type="parTrans" cxnId="{F1490A77-836B-48E7-A6F5-C43215F68E19}">
      <dgm:prSet/>
      <dgm:spPr/>
      <dgm:t>
        <a:bodyPr/>
        <a:lstStyle/>
        <a:p>
          <a:endParaRPr lang="en-US"/>
        </a:p>
      </dgm:t>
    </dgm:pt>
    <dgm:pt modelId="{5ADCEB3C-E361-44AE-B678-87574137FB70}" type="sibTrans" cxnId="{F1490A77-836B-48E7-A6F5-C43215F68E19}">
      <dgm:prSet/>
      <dgm:spPr/>
      <dgm:t>
        <a:bodyPr/>
        <a:lstStyle/>
        <a:p>
          <a:endParaRPr lang="en-US"/>
        </a:p>
      </dgm:t>
    </dgm:pt>
    <dgm:pt modelId="{92318C8B-E2E9-4F35-B3A7-A6536145456B}" type="asst">
      <dgm:prSet phldrT="[Text]"/>
      <dgm:spPr>
        <a:solidFill>
          <a:srgbClr val="007A33"/>
        </a:solidFill>
      </dgm:spPr>
      <dgm:t>
        <a:bodyPr/>
        <a:lstStyle/>
        <a:p>
          <a:r>
            <a:rPr lang="es-AR" dirty="0"/>
            <a:t>1st </a:t>
          </a:r>
          <a:r>
            <a:rPr lang="es-AR" dirty="0" err="1"/>
            <a:t>Escalation</a:t>
          </a:r>
          <a:endParaRPr lang="es-AR" dirty="0"/>
        </a:p>
        <a:p>
          <a:r>
            <a:rPr lang="es-AR" dirty="0"/>
            <a:t>M. Puga</a:t>
          </a:r>
        </a:p>
      </dgm:t>
    </dgm:pt>
    <dgm:pt modelId="{D8FC8A06-841D-43F1-ABE4-E1A4D66DB882}" type="parTrans" cxnId="{01A132F6-02D0-4FAB-9A01-F4B0CBAFB81D}">
      <dgm:prSet/>
      <dgm:spPr/>
      <dgm:t>
        <a:bodyPr/>
        <a:lstStyle/>
        <a:p>
          <a:endParaRPr lang="en-US"/>
        </a:p>
      </dgm:t>
    </dgm:pt>
    <dgm:pt modelId="{D02AA053-2445-474A-8C6B-E44DB5BEC90E}" type="sibTrans" cxnId="{01A132F6-02D0-4FAB-9A01-F4B0CBAFB81D}">
      <dgm:prSet/>
      <dgm:spPr/>
      <dgm:t>
        <a:bodyPr/>
        <a:lstStyle/>
        <a:p>
          <a:endParaRPr lang="en-US"/>
        </a:p>
      </dgm:t>
    </dgm:pt>
    <dgm:pt modelId="{8E29EBC8-B737-42AA-B12D-975A19FDC9B0}" type="asst">
      <dgm:prSet phldrT="[Text]"/>
      <dgm:spPr>
        <a:solidFill>
          <a:srgbClr val="007A33"/>
        </a:solidFill>
      </dgm:spPr>
      <dgm:t>
        <a:bodyPr/>
        <a:lstStyle/>
        <a:p>
          <a:r>
            <a:rPr lang="es-AR" dirty="0"/>
            <a:t>2nd </a:t>
          </a:r>
          <a:r>
            <a:rPr lang="es-AR" dirty="0" err="1"/>
            <a:t>Escalation</a:t>
          </a:r>
          <a:endParaRPr lang="es-AR" dirty="0"/>
        </a:p>
        <a:p>
          <a:r>
            <a:rPr lang="es-AR" dirty="0"/>
            <a:t>U. Rust</a:t>
          </a:r>
        </a:p>
      </dgm:t>
    </dgm:pt>
    <dgm:pt modelId="{1DE4D9C9-4662-42D9-A84D-69425AC33F43}" type="parTrans" cxnId="{B047C4F0-2501-477E-B0B0-897F45EDA4E4}">
      <dgm:prSet/>
      <dgm:spPr/>
      <dgm:t>
        <a:bodyPr/>
        <a:lstStyle/>
        <a:p>
          <a:endParaRPr lang="en-US"/>
        </a:p>
      </dgm:t>
    </dgm:pt>
    <dgm:pt modelId="{55F435BB-32B5-4963-9A88-6D20FD0F6E1B}" type="sibTrans" cxnId="{B047C4F0-2501-477E-B0B0-897F45EDA4E4}">
      <dgm:prSet/>
      <dgm:spPr/>
      <dgm:t>
        <a:bodyPr/>
        <a:lstStyle/>
        <a:p>
          <a:endParaRPr lang="en-US"/>
        </a:p>
      </dgm:t>
    </dgm:pt>
    <dgm:pt modelId="{21478B6E-93AB-49BC-A36C-B9DB8B17A88E}" type="asst">
      <dgm:prSet phldrT="[Text]"/>
      <dgm:spPr>
        <a:solidFill>
          <a:srgbClr val="007A33"/>
        </a:solidFill>
      </dgm:spPr>
      <dgm:t>
        <a:bodyPr/>
        <a:lstStyle/>
        <a:p>
          <a:r>
            <a:rPr lang="es-AR" dirty="0"/>
            <a:t>3rd </a:t>
          </a:r>
          <a:r>
            <a:rPr lang="es-AR" dirty="0" err="1"/>
            <a:t>Escalation</a:t>
          </a:r>
          <a:endParaRPr lang="es-AR" dirty="0"/>
        </a:p>
        <a:p>
          <a:r>
            <a:rPr lang="es-AR" dirty="0"/>
            <a:t>J. Cabañas</a:t>
          </a:r>
        </a:p>
      </dgm:t>
    </dgm:pt>
    <dgm:pt modelId="{10D45770-0257-4277-A665-855528B8E81D}" type="parTrans" cxnId="{1D979D85-2AE7-49B8-9DD2-608AFDFE1001}">
      <dgm:prSet/>
      <dgm:spPr/>
      <dgm:t>
        <a:bodyPr/>
        <a:lstStyle/>
        <a:p>
          <a:endParaRPr lang="en-US"/>
        </a:p>
      </dgm:t>
    </dgm:pt>
    <dgm:pt modelId="{122DADFF-E84C-47C9-8B5B-E22431993DD2}" type="sibTrans" cxnId="{1D979D85-2AE7-49B8-9DD2-608AFDFE1001}">
      <dgm:prSet/>
      <dgm:spPr/>
      <dgm:t>
        <a:bodyPr/>
        <a:lstStyle/>
        <a:p>
          <a:endParaRPr lang="en-US"/>
        </a:p>
      </dgm:t>
    </dgm:pt>
    <dgm:pt modelId="{7A0BF029-1DB4-4263-A606-4FB761ACC34A}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 err="1"/>
            <a:t>BusBars</a:t>
          </a:r>
          <a:r>
            <a:rPr lang="es-AR" dirty="0"/>
            <a:t> EAE</a:t>
          </a:r>
        </a:p>
        <a:p>
          <a:r>
            <a:rPr lang="es-AR" dirty="0"/>
            <a:t>3er </a:t>
          </a:r>
          <a:r>
            <a:rPr lang="es-AR" dirty="0" err="1"/>
            <a:t>Party</a:t>
          </a:r>
          <a:endParaRPr lang="en-US" dirty="0"/>
        </a:p>
      </dgm:t>
    </dgm:pt>
    <dgm:pt modelId="{940D7776-D31C-4077-ADB2-A28CAFF2675F}" type="parTrans" cxnId="{7C8A513C-4AB5-403E-B5DA-2A193CC1BA71}">
      <dgm:prSet/>
      <dgm:spPr/>
      <dgm:t>
        <a:bodyPr/>
        <a:lstStyle/>
        <a:p>
          <a:endParaRPr lang="en-US"/>
        </a:p>
      </dgm:t>
    </dgm:pt>
    <dgm:pt modelId="{3FE01EA0-C07C-4654-A64F-37CD03BE7AF2}" type="sibTrans" cxnId="{7C8A513C-4AB5-403E-B5DA-2A193CC1BA71}">
      <dgm:prSet/>
      <dgm:spPr/>
      <dgm:t>
        <a:bodyPr/>
        <a:lstStyle/>
        <a:p>
          <a:endParaRPr lang="en-US"/>
        </a:p>
      </dgm:t>
    </dgm:pt>
    <dgm:pt modelId="{33399DB8-E01C-4640-85F5-007002727B74}">
      <dgm:prSet phldrT="[Text]"/>
      <dgm:spPr/>
      <dgm:t>
        <a:bodyPr/>
        <a:lstStyle/>
        <a:p>
          <a:r>
            <a:rPr lang="es-AR" dirty="0" err="1"/>
            <a:t>VBFs</a:t>
          </a:r>
          <a:r>
            <a:rPr lang="es-AR" dirty="0"/>
            <a:t> AR MO</a:t>
          </a:r>
        </a:p>
        <a:p>
          <a:r>
            <a:rPr lang="es-AR" dirty="0"/>
            <a:t>D. Breglia</a:t>
          </a:r>
          <a:endParaRPr lang="en-US" dirty="0"/>
        </a:p>
      </dgm:t>
    </dgm:pt>
    <dgm:pt modelId="{1BB7B84B-9AEB-4DF6-A12E-517FE4C93B71}" type="parTrans" cxnId="{9F9E2CF2-4FD0-4CD6-A6BF-CC115842FFE7}">
      <dgm:prSet/>
      <dgm:spPr/>
      <dgm:t>
        <a:bodyPr/>
        <a:lstStyle/>
        <a:p>
          <a:endParaRPr lang="en-US"/>
        </a:p>
      </dgm:t>
    </dgm:pt>
    <dgm:pt modelId="{E6339FE5-9684-49A5-B348-D1B3EE0FCA83}" type="sibTrans" cxnId="{9F9E2CF2-4FD0-4CD6-A6BF-CC115842FFE7}">
      <dgm:prSet/>
      <dgm:spPr/>
      <dgm:t>
        <a:bodyPr/>
        <a:lstStyle/>
        <a:p>
          <a:endParaRPr lang="en-US"/>
        </a:p>
      </dgm:t>
    </dgm:pt>
    <dgm:pt modelId="{C4785170-696B-4653-9DE0-03761C205A64}" type="asst">
      <dgm:prSet phldrT="[Text]"/>
      <dgm:spPr>
        <a:solidFill>
          <a:srgbClr val="6E6E6E"/>
        </a:solidFill>
      </dgm:spPr>
      <dgm:t>
        <a:bodyPr/>
        <a:lstStyle/>
        <a:p>
          <a:r>
            <a:rPr lang="en-US" b="0" i="0" dirty="0"/>
            <a:t>Project Engineer</a:t>
          </a:r>
        </a:p>
        <a:p>
          <a:r>
            <a:rPr lang="en-US" b="0" i="0" dirty="0"/>
            <a:t>J. Palma</a:t>
          </a:r>
          <a:endParaRPr lang="en-US" dirty="0"/>
        </a:p>
      </dgm:t>
    </dgm:pt>
    <dgm:pt modelId="{48D56D9A-61D5-4021-A6DF-22D52683D214}" type="parTrans" cxnId="{9862327C-AD1E-4BB0-9103-2BD4A79CCE33}">
      <dgm:prSet/>
      <dgm:spPr/>
      <dgm:t>
        <a:bodyPr/>
        <a:lstStyle/>
        <a:p>
          <a:endParaRPr lang="en-US"/>
        </a:p>
      </dgm:t>
    </dgm:pt>
    <dgm:pt modelId="{3FD9706C-4176-412F-A396-6F67C9C8ABB1}" type="sibTrans" cxnId="{9862327C-AD1E-4BB0-9103-2BD4A79CCE33}">
      <dgm:prSet/>
      <dgm:spPr/>
      <dgm:t>
        <a:bodyPr/>
        <a:lstStyle/>
        <a:p>
          <a:endParaRPr lang="en-US"/>
        </a:p>
      </dgm:t>
    </dgm:pt>
    <dgm:pt modelId="{C32A6A8E-9FED-4687-A7DA-6C53CA396A89}" type="asst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HSE Global EL</a:t>
          </a:r>
        </a:p>
        <a:p>
          <a:r>
            <a:rPr lang="es-AR" dirty="0"/>
            <a:t>M. Maidana</a:t>
          </a:r>
          <a:endParaRPr lang="en-US" dirty="0"/>
        </a:p>
      </dgm:t>
    </dgm:pt>
    <dgm:pt modelId="{FE79B0D5-969C-4ECD-A51C-8F09C1A0119D}" type="parTrans" cxnId="{ED537829-603D-4E06-9915-C95CC31D960D}">
      <dgm:prSet/>
      <dgm:spPr/>
      <dgm:t>
        <a:bodyPr/>
        <a:lstStyle/>
        <a:p>
          <a:endParaRPr lang="en-US"/>
        </a:p>
      </dgm:t>
    </dgm:pt>
    <dgm:pt modelId="{4C76140E-73FE-4253-AE04-F99D0DD94F86}" type="sibTrans" cxnId="{ED537829-603D-4E06-9915-C95CC31D960D}">
      <dgm:prSet/>
      <dgm:spPr/>
      <dgm:t>
        <a:bodyPr/>
        <a:lstStyle/>
        <a:p>
          <a:endParaRPr lang="en-US"/>
        </a:p>
      </dgm:t>
    </dgm:pt>
    <dgm:pt modelId="{DEECB0BC-8050-4D03-B8E4-9FFE55C3ADA5}" type="asst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SCM</a:t>
          </a:r>
        </a:p>
        <a:p>
          <a:r>
            <a:rPr lang="es-AR" dirty="0"/>
            <a:t>F. </a:t>
          </a:r>
          <a:r>
            <a:rPr lang="es-AR" dirty="0" err="1"/>
            <a:t>Lanaro</a:t>
          </a:r>
          <a:r>
            <a:rPr lang="es-AR" dirty="0"/>
            <a:t> </a:t>
          </a:r>
          <a:endParaRPr lang="en-US" dirty="0"/>
        </a:p>
      </dgm:t>
    </dgm:pt>
    <dgm:pt modelId="{67C61E5B-0A24-45A9-BB51-76D2F69B866C}" type="parTrans" cxnId="{A832A83A-8CD6-4C6A-8379-C45CCED79B3D}">
      <dgm:prSet/>
      <dgm:spPr/>
      <dgm:t>
        <a:bodyPr/>
        <a:lstStyle/>
        <a:p>
          <a:endParaRPr lang="en-US"/>
        </a:p>
      </dgm:t>
    </dgm:pt>
    <dgm:pt modelId="{DEAA374A-4BAF-416C-A5F1-7F4C3425FE84}" type="sibTrans" cxnId="{A832A83A-8CD6-4C6A-8379-C45CCED79B3D}">
      <dgm:prSet/>
      <dgm:spPr/>
      <dgm:t>
        <a:bodyPr/>
        <a:lstStyle/>
        <a:p>
          <a:endParaRPr lang="en-US"/>
        </a:p>
      </dgm:t>
    </dgm:pt>
    <dgm:pt modelId="{3C3FF7A8-99C5-4B0D-9A75-3F8443411851}" type="asst">
      <dgm:prSet phldrT="[Text]"/>
      <dgm:spPr>
        <a:solidFill>
          <a:srgbClr val="007A33"/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r>
            <a:rPr lang="es-AR" dirty="0" err="1"/>
            <a:t>Controller</a:t>
          </a:r>
          <a:endParaRPr lang="es-AR" dirty="0"/>
        </a:p>
        <a:p>
          <a:r>
            <a:rPr lang="en-US" dirty="0"/>
            <a:t>N. Munioz</a:t>
          </a:r>
        </a:p>
      </dgm:t>
    </dgm:pt>
    <dgm:pt modelId="{37317C53-7CED-4CC9-8DD6-7E83668087D7}" type="parTrans" cxnId="{DEFEC117-0AD6-4495-83E6-6A300A04625A}">
      <dgm:prSet/>
      <dgm:spPr/>
      <dgm:t>
        <a:bodyPr/>
        <a:lstStyle/>
        <a:p>
          <a:endParaRPr lang="en-US"/>
        </a:p>
      </dgm:t>
    </dgm:pt>
    <dgm:pt modelId="{0CB3FC0B-0B5D-4193-A6A4-3C2EBF933C33}" type="sibTrans" cxnId="{DEFEC117-0AD6-4495-83E6-6A300A04625A}">
      <dgm:prSet/>
      <dgm:spPr/>
      <dgm:t>
        <a:bodyPr/>
        <a:lstStyle/>
        <a:p>
          <a:endParaRPr lang="en-US"/>
        </a:p>
      </dgm:t>
    </dgm:pt>
    <dgm:pt modelId="{4A517CAE-4413-4FB6-8FE1-241A71539EC4}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Tableros Auxiliares</a:t>
          </a:r>
        </a:p>
        <a:p>
          <a:r>
            <a:rPr lang="es-AR" dirty="0"/>
            <a:t>3er </a:t>
          </a:r>
          <a:r>
            <a:rPr lang="es-AR" dirty="0" err="1"/>
            <a:t>Party</a:t>
          </a:r>
          <a:endParaRPr lang="en-US" dirty="0"/>
        </a:p>
      </dgm:t>
    </dgm:pt>
    <dgm:pt modelId="{EE96F275-39E0-4467-A673-4B8E4E330B2F}" type="parTrans" cxnId="{FF0751C9-2730-4BD8-9FBB-D11C93D816A8}">
      <dgm:prSet/>
      <dgm:spPr/>
      <dgm:t>
        <a:bodyPr/>
        <a:lstStyle/>
        <a:p>
          <a:endParaRPr lang="es-AR"/>
        </a:p>
      </dgm:t>
    </dgm:pt>
    <dgm:pt modelId="{251C9E05-21C2-4D0F-904C-67C28BEF0E3A}" type="sibTrans" cxnId="{FF0751C9-2730-4BD8-9FBB-D11C93D816A8}">
      <dgm:prSet/>
      <dgm:spPr/>
      <dgm:t>
        <a:bodyPr/>
        <a:lstStyle/>
        <a:p>
          <a:endParaRPr lang="es-AR"/>
        </a:p>
      </dgm:t>
    </dgm:pt>
    <dgm:pt modelId="{C8D68FEB-35E5-40CE-ACDE-A20EF74D19D4}">
      <dgm:prSet phldrT="[Text]"/>
      <dgm:spPr>
        <a:solidFill>
          <a:srgbClr val="6E6E6E"/>
        </a:solidFill>
      </dgm:spPr>
      <dgm:t>
        <a:bodyPr/>
        <a:lstStyle/>
        <a:p>
          <a:r>
            <a:rPr lang="es-AR" dirty="0"/>
            <a:t>UPS y Sistema CC</a:t>
          </a:r>
        </a:p>
        <a:p>
          <a:r>
            <a:rPr lang="es-AR" dirty="0"/>
            <a:t>3er </a:t>
          </a:r>
          <a:r>
            <a:rPr lang="es-AR" dirty="0" err="1"/>
            <a:t>Party</a:t>
          </a:r>
          <a:endParaRPr lang="en-US" dirty="0"/>
        </a:p>
      </dgm:t>
    </dgm:pt>
    <dgm:pt modelId="{83E651CE-AEDC-4AC1-8107-B981E2001EEA}" type="parTrans" cxnId="{2640B39E-8980-411B-B512-6732E774BE18}">
      <dgm:prSet/>
      <dgm:spPr/>
      <dgm:t>
        <a:bodyPr/>
        <a:lstStyle/>
        <a:p>
          <a:endParaRPr lang="es-AR"/>
        </a:p>
      </dgm:t>
    </dgm:pt>
    <dgm:pt modelId="{30423D11-7243-453C-B3DF-91B98CD93CAD}" type="sibTrans" cxnId="{2640B39E-8980-411B-B512-6732E774BE18}">
      <dgm:prSet/>
      <dgm:spPr/>
      <dgm:t>
        <a:bodyPr/>
        <a:lstStyle/>
        <a:p>
          <a:endParaRPr lang="es-AR"/>
        </a:p>
      </dgm:t>
    </dgm:pt>
    <dgm:pt modelId="{5F9BDC70-0805-4FDF-AEE5-EADD5661407B}" type="pres">
      <dgm:prSet presAssocID="{CAE05C79-F264-476A-9B6E-3DFE628F5C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C6453FC-EAA6-47F6-8D1E-ADFA6C490414}" type="pres">
      <dgm:prSet presAssocID="{C5AE0AA1-77D0-4209-AE77-7F33BEB66B3E}" presName="hierRoot1" presStyleCnt="0">
        <dgm:presLayoutVars>
          <dgm:hierBranch val="init"/>
        </dgm:presLayoutVars>
      </dgm:prSet>
      <dgm:spPr/>
    </dgm:pt>
    <dgm:pt modelId="{9AAD71A3-158C-4B03-BE7B-7CD27EE9EE67}" type="pres">
      <dgm:prSet presAssocID="{C5AE0AA1-77D0-4209-AE77-7F33BEB66B3E}" presName="rootComposite1" presStyleCnt="0"/>
      <dgm:spPr/>
    </dgm:pt>
    <dgm:pt modelId="{D3D13F7B-E356-4321-9D9C-F8AF80DDDE60}" type="pres">
      <dgm:prSet presAssocID="{C5AE0AA1-77D0-4209-AE77-7F33BEB66B3E}" presName="rootText1" presStyleLbl="node0" presStyleIdx="0" presStyleCnt="6" custLinFactX="32493" custLinFactNeighborX="100000" custLinFactNeighborY="4040">
        <dgm:presLayoutVars>
          <dgm:chPref val="3"/>
        </dgm:presLayoutVars>
      </dgm:prSet>
      <dgm:spPr/>
    </dgm:pt>
    <dgm:pt modelId="{94233339-0992-4FD2-939E-5F72E747D318}" type="pres">
      <dgm:prSet presAssocID="{C5AE0AA1-77D0-4209-AE77-7F33BEB66B3E}" presName="rootConnector1" presStyleLbl="node1" presStyleIdx="0" presStyleCnt="0"/>
      <dgm:spPr/>
    </dgm:pt>
    <dgm:pt modelId="{F92CAED0-90F6-441F-8A83-FD717861C17E}" type="pres">
      <dgm:prSet presAssocID="{C5AE0AA1-77D0-4209-AE77-7F33BEB66B3E}" presName="hierChild2" presStyleCnt="0"/>
      <dgm:spPr/>
    </dgm:pt>
    <dgm:pt modelId="{7230FCE0-F114-474E-8BB5-13014CCC6549}" type="pres">
      <dgm:prSet presAssocID="{61465416-9538-4ADF-935A-2BB9A3E1E442}" presName="Name37" presStyleLbl="parChTrans1D2" presStyleIdx="0" presStyleCnt="12"/>
      <dgm:spPr/>
    </dgm:pt>
    <dgm:pt modelId="{E1475CEF-D724-4FD3-B9D2-94EEFAE357C3}" type="pres">
      <dgm:prSet presAssocID="{8D6089A1-AE2C-4498-81FD-7BDDCC4CE2AA}" presName="hierRoot2" presStyleCnt="0">
        <dgm:presLayoutVars>
          <dgm:hierBranch val="init"/>
        </dgm:presLayoutVars>
      </dgm:prSet>
      <dgm:spPr/>
    </dgm:pt>
    <dgm:pt modelId="{FA064E11-DB2E-4D55-B81F-AE9AFE6892B9}" type="pres">
      <dgm:prSet presAssocID="{8D6089A1-AE2C-4498-81FD-7BDDCC4CE2AA}" presName="rootComposite" presStyleCnt="0"/>
      <dgm:spPr/>
    </dgm:pt>
    <dgm:pt modelId="{5405C3AE-2041-4014-A237-A382AB7C45F5}" type="pres">
      <dgm:prSet presAssocID="{8D6089A1-AE2C-4498-81FD-7BDDCC4CE2AA}" presName="rootText" presStyleLbl="node2" presStyleIdx="0" presStyleCnt="6" custScaleX="124596" custScaleY="100954" custLinFactX="32493" custLinFactNeighborX="100000" custLinFactNeighborY="4040">
        <dgm:presLayoutVars>
          <dgm:chPref val="3"/>
        </dgm:presLayoutVars>
      </dgm:prSet>
      <dgm:spPr/>
    </dgm:pt>
    <dgm:pt modelId="{47F00048-129F-413C-AF59-E77F39D4A3E4}" type="pres">
      <dgm:prSet presAssocID="{8D6089A1-AE2C-4498-81FD-7BDDCC4CE2AA}" presName="rootConnector" presStyleLbl="node2" presStyleIdx="0" presStyleCnt="6"/>
      <dgm:spPr/>
    </dgm:pt>
    <dgm:pt modelId="{003ACB9C-4C87-4610-838A-99A766C1CE82}" type="pres">
      <dgm:prSet presAssocID="{8D6089A1-AE2C-4498-81FD-7BDDCC4CE2AA}" presName="hierChild4" presStyleCnt="0"/>
      <dgm:spPr/>
    </dgm:pt>
    <dgm:pt modelId="{6E5D1C54-B828-455C-82A6-59F14A82B6C1}" type="pres">
      <dgm:prSet presAssocID="{8D6089A1-AE2C-4498-81FD-7BDDCC4CE2AA}" presName="hierChild5" presStyleCnt="0"/>
      <dgm:spPr/>
    </dgm:pt>
    <dgm:pt modelId="{579746C9-CC09-417E-83A5-BC89479B01A0}" type="pres">
      <dgm:prSet presAssocID="{308FE926-6D69-4473-A10A-BC3244E92473}" presName="Name37" presStyleLbl="parChTrans1D2" presStyleIdx="1" presStyleCnt="12"/>
      <dgm:spPr/>
    </dgm:pt>
    <dgm:pt modelId="{CCE5A706-8DD1-4060-BA02-94D6459D085D}" type="pres">
      <dgm:prSet presAssocID="{6B427B8D-7F52-4C9F-9F1F-0EE8B10F8E29}" presName="hierRoot2" presStyleCnt="0">
        <dgm:presLayoutVars>
          <dgm:hierBranch val="init"/>
        </dgm:presLayoutVars>
      </dgm:prSet>
      <dgm:spPr/>
    </dgm:pt>
    <dgm:pt modelId="{B57D8E33-8B99-4B94-B237-D5F29DF5B2C0}" type="pres">
      <dgm:prSet presAssocID="{6B427B8D-7F52-4C9F-9F1F-0EE8B10F8E29}" presName="rootComposite" presStyleCnt="0"/>
      <dgm:spPr/>
    </dgm:pt>
    <dgm:pt modelId="{E357433A-0A33-4996-8379-ED874C54B5ED}" type="pres">
      <dgm:prSet presAssocID="{6B427B8D-7F52-4C9F-9F1F-0EE8B10F8E29}" presName="rootText" presStyleLbl="node2" presStyleIdx="1" presStyleCnt="6" custScaleX="145550" custLinFactX="32493" custLinFactNeighborX="100000" custLinFactNeighborY="4040">
        <dgm:presLayoutVars>
          <dgm:chPref val="3"/>
        </dgm:presLayoutVars>
      </dgm:prSet>
      <dgm:spPr/>
    </dgm:pt>
    <dgm:pt modelId="{CEA4DF71-B29D-47CE-926B-B0C41F70B3C4}" type="pres">
      <dgm:prSet presAssocID="{6B427B8D-7F52-4C9F-9F1F-0EE8B10F8E29}" presName="rootConnector" presStyleLbl="node2" presStyleIdx="1" presStyleCnt="6"/>
      <dgm:spPr/>
    </dgm:pt>
    <dgm:pt modelId="{23CBE5E8-3D8F-4B07-8301-FE4344861D23}" type="pres">
      <dgm:prSet presAssocID="{6B427B8D-7F52-4C9F-9F1F-0EE8B10F8E29}" presName="hierChild4" presStyleCnt="0"/>
      <dgm:spPr/>
    </dgm:pt>
    <dgm:pt modelId="{41661391-73F8-448D-B017-5944DA48EA8D}" type="pres">
      <dgm:prSet presAssocID="{6B427B8D-7F52-4C9F-9F1F-0EE8B10F8E29}" presName="hierChild5" presStyleCnt="0"/>
      <dgm:spPr/>
    </dgm:pt>
    <dgm:pt modelId="{743A74CF-390C-499D-B180-2BB3D556E500}" type="pres">
      <dgm:prSet presAssocID="{940D7776-D31C-4077-ADB2-A28CAFF2675F}" presName="Name37" presStyleLbl="parChTrans1D2" presStyleIdx="2" presStyleCnt="12"/>
      <dgm:spPr/>
    </dgm:pt>
    <dgm:pt modelId="{115B1BF1-5D29-4D3B-9890-67E78D85BA0B}" type="pres">
      <dgm:prSet presAssocID="{7A0BF029-1DB4-4263-A606-4FB761ACC34A}" presName="hierRoot2" presStyleCnt="0">
        <dgm:presLayoutVars>
          <dgm:hierBranch val="init"/>
        </dgm:presLayoutVars>
      </dgm:prSet>
      <dgm:spPr/>
    </dgm:pt>
    <dgm:pt modelId="{81DDDDCC-E531-448F-B0B0-BE8D50995186}" type="pres">
      <dgm:prSet presAssocID="{7A0BF029-1DB4-4263-A606-4FB761ACC34A}" presName="rootComposite" presStyleCnt="0"/>
      <dgm:spPr/>
    </dgm:pt>
    <dgm:pt modelId="{99FF293C-5942-42EA-BCE8-A9DB747BA72A}" type="pres">
      <dgm:prSet presAssocID="{7A0BF029-1DB4-4263-A606-4FB761ACC34A}" presName="rootText" presStyleLbl="node2" presStyleIdx="2" presStyleCnt="6" custLinFactX="32493" custLinFactNeighborX="100000" custLinFactNeighborY="4040">
        <dgm:presLayoutVars>
          <dgm:chPref val="3"/>
        </dgm:presLayoutVars>
      </dgm:prSet>
      <dgm:spPr/>
    </dgm:pt>
    <dgm:pt modelId="{E9FE6056-04F7-45AF-B52A-3E09B5F25B70}" type="pres">
      <dgm:prSet presAssocID="{7A0BF029-1DB4-4263-A606-4FB761ACC34A}" presName="rootConnector" presStyleLbl="node2" presStyleIdx="2" presStyleCnt="6"/>
      <dgm:spPr/>
    </dgm:pt>
    <dgm:pt modelId="{9970EC85-6709-419C-B5D1-15138D4DF368}" type="pres">
      <dgm:prSet presAssocID="{7A0BF029-1DB4-4263-A606-4FB761ACC34A}" presName="hierChild4" presStyleCnt="0"/>
      <dgm:spPr/>
    </dgm:pt>
    <dgm:pt modelId="{786DA492-BA75-4CC8-9B05-5109CBEFAD26}" type="pres">
      <dgm:prSet presAssocID="{7A0BF029-1DB4-4263-A606-4FB761ACC34A}" presName="hierChild5" presStyleCnt="0"/>
      <dgm:spPr/>
    </dgm:pt>
    <dgm:pt modelId="{CDB5FB66-32D9-44B7-B199-0AAFD108B2AD}" type="pres">
      <dgm:prSet presAssocID="{EE96F275-39E0-4467-A673-4B8E4E330B2F}" presName="Name37" presStyleLbl="parChTrans1D2" presStyleIdx="3" presStyleCnt="12"/>
      <dgm:spPr/>
    </dgm:pt>
    <dgm:pt modelId="{B5E32813-9C8D-460D-86F5-55046DE50F40}" type="pres">
      <dgm:prSet presAssocID="{4A517CAE-4413-4FB6-8FE1-241A71539EC4}" presName="hierRoot2" presStyleCnt="0">
        <dgm:presLayoutVars>
          <dgm:hierBranch val="init"/>
        </dgm:presLayoutVars>
      </dgm:prSet>
      <dgm:spPr/>
    </dgm:pt>
    <dgm:pt modelId="{3A4F919E-7830-456E-B54A-FF08C6F2987D}" type="pres">
      <dgm:prSet presAssocID="{4A517CAE-4413-4FB6-8FE1-241A71539EC4}" presName="rootComposite" presStyleCnt="0"/>
      <dgm:spPr/>
    </dgm:pt>
    <dgm:pt modelId="{12D63895-328C-4C58-83E4-E34FAE268976}" type="pres">
      <dgm:prSet presAssocID="{4A517CAE-4413-4FB6-8FE1-241A71539EC4}" presName="rootText" presStyleLbl="node2" presStyleIdx="3" presStyleCnt="6" custLinFactX="32493" custLinFactNeighborX="100000" custLinFactNeighborY="4040">
        <dgm:presLayoutVars>
          <dgm:chPref val="3"/>
        </dgm:presLayoutVars>
      </dgm:prSet>
      <dgm:spPr/>
    </dgm:pt>
    <dgm:pt modelId="{7D822961-1626-4EDB-9E92-28276409ADB2}" type="pres">
      <dgm:prSet presAssocID="{4A517CAE-4413-4FB6-8FE1-241A71539EC4}" presName="rootConnector" presStyleLbl="node2" presStyleIdx="3" presStyleCnt="6"/>
      <dgm:spPr/>
    </dgm:pt>
    <dgm:pt modelId="{1A2386F2-0CEA-4FFA-A2E1-FB84102CF684}" type="pres">
      <dgm:prSet presAssocID="{4A517CAE-4413-4FB6-8FE1-241A71539EC4}" presName="hierChild4" presStyleCnt="0"/>
      <dgm:spPr/>
    </dgm:pt>
    <dgm:pt modelId="{4406EA10-6E83-41D4-8D95-DA149C9BA731}" type="pres">
      <dgm:prSet presAssocID="{4A517CAE-4413-4FB6-8FE1-241A71539EC4}" presName="hierChild5" presStyleCnt="0"/>
      <dgm:spPr/>
    </dgm:pt>
    <dgm:pt modelId="{8EED64BF-E231-481D-8B9C-17DE040D4B33}" type="pres">
      <dgm:prSet presAssocID="{8041EDE2-3C07-429A-9CFE-B0EB872868C4}" presName="Name37" presStyleLbl="parChTrans1D2" presStyleIdx="4" presStyleCnt="12"/>
      <dgm:spPr/>
    </dgm:pt>
    <dgm:pt modelId="{66857D87-10BA-499A-BC9C-FF6315DF267A}" type="pres">
      <dgm:prSet presAssocID="{BD62FEC9-1BA3-494F-8617-A4B8E6726882}" presName="hierRoot2" presStyleCnt="0">
        <dgm:presLayoutVars>
          <dgm:hierBranch val="init"/>
        </dgm:presLayoutVars>
      </dgm:prSet>
      <dgm:spPr/>
    </dgm:pt>
    <dgm:pt modelId="{B31E36F9-85AC-45ED-AF96-E8CC4CB64178}" type="pres">
      <dgm:prSet presAssocID="{BD62FEC9-1BA3-494F-8617-A4B8E6726882}" presName="rootComposite" presStyleCnt="0"/>
      <dgm:spPr/>
    </dgm:pt>
    <dgm:pt modelId="{3925C7E0-72B5-455C-AA41-772B6B3793AB}" type="pres">
      <dgm:prSet presAssocID="{BD62FEC9-1BA3-494F-8617-A4B8E6726882}" presName="rootText" presStyleLbl="node2" presStyleIdx="4" presStyleCnt="6" custScaleX="161958" custLinFactX="32493" custLinFactNeighborX="100000" custLinFactNeighborY="4040">
        <dgm:presLayoutVars>
          <dgm:chPref val="3"/>
        </dgm:presLayoutVars>
      </dgm:prSet>
      <dgm:spPr/>
    </dgm:pt>
    <dgm:pt modelId="{119F5E21-968D-4BE1-8D51-5C37F047A23D}" type="pres">
      <dgm:prSet presAssocID="{BD62FEC9-1BA3-494F-8617-A4B8E6726882}" presName="rootConnector" presStyleLbl="node2" presStyleIdx="4" presStyleCnt="6"/>
      <dgm:spPr/>
    </dgm:pt>
    <dgm:pt modelId="{43818441-CF7B-48E0-A644-0D65D96136A8}" type="pres">
      <dgm:prSet presAssocID="{BD62FEC9-1BA3-494F-8617-A4B8E6726882}" presName="hierChild4" presStyleCnt="0"/>
      <dgm:spPr/>
    </dgm:pt>
    <dgm:pt modelId="{BD20765B-0AF6-4AED-98D4-C3815A1E4D55}" type="pres">
      <dgm:prSet presAssocID="{BD62FEC9-1BA3-494F-8617-A4B8E6726882}" presName="hierChild5" presStyleCnt="0"/>
      <dgm:spPr/>
    </dgm:pt>
    <dgm:pt modelId="{B44B59C1-340A-489E-AD7D-B5BE84725A11}" type="pres">
      <dgm:prSet presAssocID="{83E651CE-AEDC-4AC1-8107-B981E2001EEA}" presName="Name37" presStyleLbl="parChTrans1D2" presStyleIdx="5" presStyleCnt="12"/>
      <dgm:spPr/>
    </dgm:pt>
    <dgm:pt modelId="{B1348F68-847E-43C0-954F-B232A431BBC0}" type="pres">
      <dgm:prSet presAssocID="{C8D68FEB-35E5-40CE-ACDE-A20EF74D19D4}" presName="hierRoot2" presStyleCnt="0">
        <dgm:presLayoutVars>
          <dgm:hierBranch val="init"/>
        </dgm:presLayoutVars>
      </dgm:prSet>
      <dgm:spPr/>
    </dgm:pt>
    <dgm:pt modelId="{00FCB62D-F4A1-4D95-B21E-D21CC82A15A1}" type="pres">
      <dgm:prSet presAssocID="{C8D68FEB-35E5-40CE-ACDE-A20EF74D19D4}" presName="rootComposite" presStyleCnt="0"/>
      <dgm:spPr/>
    </dgm:pt>
    <dgm:pt modelId="{CFB60792-FC2F-4272-AC18-5405799A63F9}" type="pres">
      <dgm:prSet presAssocID="{C8D68FEB-35E5-40CE-ACDE-A20EF74D19D4}" presName="rootText" presStyleLbl="node2" presStyleIdx="5" presStyleCnt="6" custScaleX="161958" custLinFactX="32493" custLinFactNeighborX="100000" custLinFactNeighborY="4040">
        <dgm:presLayoutVars>
          <dgm:chPref val="3"/>
        </dgm:presLayoutVars>
      </dgm:prSet>
      <dgm:spPr/>
    </dgm:pt>
    <dgm:pt modelId="{9ADB52D4-3FD8-4EA5-BBB9-B7AB5A451902}" type="pres">
      <dgm:prSet presAssocID="{C8D68FEB-35E5-40CE-ACDE-A20EF74D19D4}" presName="rootConnector" presStyleLbl="node2" presStyleIdx="5" presStyleCnt="6"/>
      <dgm:spPr/>
    </dgm:pt>
    <dgm:pt modelId="{547F4161-8634-4B85-832E-5642EE10BADE}" type="pres">
      <dgm:prSet presAssocID="{C8D68FEB-35E5-40CE-ACDE-A20EF74D19D4}" presName="hierChild4" presStyleCnt="0"/>
      <dgm:spPr/>
    </dgm:pt>
    <dgm:pt modelId="{9F0DC55E-89A5-41D9-9007-007E7E448BE4}" type="pres">
      <dgm:prSet presAssocID="{C8D68FEB-35E5-40CE-ACDE-A20EF74D19D4}" presName="hierChild5" presStyleCnt="0"/>
      <dgm:spPr/>
    </dgm:pt>
    <dgm:pt modelId="{2A8CDC89-07B6-40D4-BE2A-87CCA1204695}" type="pres">
      <dgm:prSet presAssocID="{C5AE0AA1-77D0-4209-AE77-7F33BEB66B3E}" presName="hierChild3" presStyleCnt="0"/>
      <dgm:spPr/>
    </dgm:pt>
    <dgm:pt modelId="{5E9925DA-57E9-4757-851A-50D119849429}" type="pres">
      <dgm:prSet presAssocID="{56130DD5-2B28-4082-B58D-4DE635B6F7DF}" presName="Name111" presStyleLbl="parChTrans1D2" presStyleIdx="6" presStyleCnt="12"/>
      <dgm:spPr/>
    </dgm:pt>
    <dgm:pt modelId="{D396BF3F-3B23-4B7B-B89D-C2F63605CC7F}" type="pres">
      <dgm:prSet presAssocID="{999A5203-50C0-4430-AB2A-A71235BD9E83}" presName="hierRoot3" presStyleCnt="0">
        <dgm:presLayoutVars>
          <dgm:hierBranch val="init"/>
        </dgm:presLayoutVars>
      </dgm:prSet>
      <dgm:spPr/>
    </dgm:pt>
    <dgm:pt modelId="{5AE4C80D-6D14-4081-93D4-40B3AB0F029D}" type="pres">
      <dgm:prSet presAssocID="{999A5203-50C0-4430-AB2A-A71235BD9E83}" presName="rootComposite3" presStyleCnt="0"/>
      <dgm:spPr/>
    </dgm:pt>
    <dgm:pt modelId="{53C2F270-E737-433E-894B-384C2758F75E}" type="pres">
      <dgm:prSet presAssocID="{999A5203-50C0-4430-AB2A-A71235BD9E83}" presName="rootText3" presStyleLbl="asst1" presStyleIdx="0" presStyleCnt="6" custScaleX="106208" custLinFactX="32493" custLinFactNeighborX="100000" custLinFactNeighborY="4040">
        <dgm:presLayoutVars>
          <dgm:chPref val="3"/>
        </dgm:presLayoutVars>
      </dgm:prSet>
      <dgm:spPr/>
    </dgm:pt>
    <dgm:pt modelId="{4B8DC3AA-D8C0-400C-A5C6-5CD37232749A}" type="pres">
      <dgm:prSet presAssocID="{999A5203-50C0-4430-AB2A-A71235BD9E83}" presName="rootConnector3" presStyleLbl="asst1" presStyleIdx="0" presStyleCnt="6"/>
      <dgm:spPr/>
    </dgm:pt>
    <dgm:pt modelId="{AE71A51D-53FC-4B0D-B089-38397966CC74}" type="pres">
      <dgm:prSet presAssocID="{999A5203-50C0-4430-AB2A-A71235BD9E83}" presName="hierChild6" presStyleCnt="0"/>
      <dgm:spPr/>
    </dgm:pt>
    <dgm:pt modelId="{81F67B84-0351-4EB3-91FD-08732C6EFD95}" type="pres">
      <dgm:prSet presAssocID="{999A5203-50C0-4430-AB2A-A71235BD9E83}" presName="hierChild7" presStyleCnt="0"/>
      <dgm:spPr/>
    </dgm:pt>
    <dgm:pt modelId="{F0C8BC79-3A38-4793-A571-EE7747DD6C3E}" type="pres">
      <dgm:prSet presAssocID="{7F00A1E3-45B4-413C-8303-7CF57E372C9F}" presName="Name111" presStyleLbl="parChTrans1D2" presStyleIdx="7" presStyleCnt="12"/>
      <dgm:spPr/>
    </dgm:pt>
    <dgm:pt modelId="{0F2A20A0-3FD2-4BB4-84EC-B95C9D7B93BF}" type="pres">
      <dgm:prSet presAssocID="{5159A97A-BA05-4913-A060-4C94F8ACBCB5}" presName="hierRoot3" presStyleCnt="0">
        <dgm:presLayoutVars>
          <dgm:hierBranch val="init"/>
        </dgm:presLayoutVars>
      </dgm:prSet>
      <dgm:spPr/>
    </dgm:pt>
    <dgm:pt modelId="{BEB510A8-1A75-47E5-A2A2-B3FDFA392488}" type="pres">
      <dgm:prSet presAssocID="{5159A97A-BA05-4913-A060-4C94F8ACBCB5}" presName="rootComposite3" presStyleCnt="0"/>
      <dgm:spPr/>
    </dgm:pt>
    <dgm:pt modelId="{21B1D269-7DE2-4D8D-B3F5-C8BA0537D4E8}" type="pres">
      <dgm:prSet presAssocID="{5159A97A-BA05-4913-A060-4C94F8ACBCB5}" presName="rootText3" presStyleLbl="asst1" presStyleIdx="1" presStyleCnt="6" custLinFactX="39150" custLinFactNeighborX="100000" custLinFactNeighborY="4040">
        <dgm:presLayoutVars>
          <dgm:chPref val="3"/>
        </dgm:presLayoutVars>
      </dgm:prSet>
      <dgm:spPr/>
    </dgm:pt>
    <dgm:pt modelId="{BBC93472-F59A-4E9B-9A15-B0B20CCCCB4C}" type="pres">
      <dgm:prSet presAssocID="{5159A97A-BA05-4913-A060-4C94F8ACBCB5}" presName="rootConnector3" presStyleLbl="asst1" presStyleIdx="1" presStyleCnt="6"/>
      <dgm:spPr/>
    </dgm:pt>
    <dgm:pt modelId="{BAC194F5-EC93-4EE1-838E-B609E9930140}" type="pres">
      <dgm:prSet presAssocID="{5159A97A-BA05-4913-A060-4C94F8ACBCB5}" presName="hierChild6" presStyleCnt="0"/>
      <dgm:spPr/>
    </dgm:pt>
    <dgm:pt modelId="{6B4B858C-2079-484E-8842-0B0982896D6B}" type="pres">
      <dgm:prSet presAssocID="{5159A97A-BA05-4913-A060-4C94F8ACBCB5}" presName="hierChild7" presStyleCnt="0"/>
      <dgm:spPr/>
    </dgm:pt>
    <dgm:pt modelId="{D8B811B5-60F2-4140-9F9B-331EA9704882}" type="pres">
      <dgm:prSet presAssocID="{67C61E5B-0A24-45A9-BB51-76D2F69B866C}" presName="Name111" presStyleLbl="parChTrans1D2" presStyleIdx="8" presStyleCnt="12"/>
      <dgm:spPr/>
    </dgm:pt>
    <dgm:pt modelId="{2C62AF11-CE25-422E-A534-5B369AB12C1D}" type="pres">
      <dgm:prSet presAssocID="{DEECB0BC-8050-4D03-B8E4-9FFE55C3ADA5}" presName="hierRoot3" presStyleCnt="0">
        <dgm:presLayoutVars>
          <dgm:hierBranch val="init"/>
        </dgm:presLayoutVars>
      </dgm:prSet>
      <dgm:spPr/>
    </dgm:pt>
    <dgm:pt modelId="{2572B3DB-D31C-492A-A4FD-386BBFAA7CDE}" type="pres">
      <dgm:prSet presAssocID="{DEECB0BC-8050-4D03-B8E4-9FFE55C3ADA5}" presName="rootComposite3" presStyleCnt="0"/>
      <dgm:spPr/>
    </dgm:pt>
    <dgm:pt modelId="{2BF2A0A3-5CA4-4426-95EA-B7BDC9CEA082}" type="pres">
      <dgm:prSet presAssocID="{DEECB0BC-8050-4D03-B8E4-9FFE55C3ADA5}" presName="rootText3" presStyleLbl="asst1" presStyleIdx="2" presStyleCnt="6" custLinFactX="100000" custLinFactNeighborX="166785" custLinFactNeighborY="2966">
        <dgm:presLayoutVars>
          <dgm:chPref val="3"/>
        </dgm:presLayoutVars>
      </dgm:prSet>
      <dgm:spPr/>
    </dgm:pt>
    <dgm:pt modelId="{426D67EA-EA41-4CF1-817A-26E3378A04AC}" type="pres">
      <dgm:prSet presAssocID="{DEECB0BC-8050-4D03-B8E4-9FFE55C3ADA5}" presName="rootConnector3" presStyleLbl="asst1" presStyleIdx="2" presStyleCnt="6"/>
      <dgm:spPr/>
    </dgm:pt>
    <dgm:pt modelId="{2A1BA5A9-EC0D-43BD-BAB8-F3E9067D8C26}" type="pres">
      <dgm:prSet presAssocID="{DEECB0BC-8050-4D03-B8E4-9FFE55C3ADA5}" presName="hierChild6" presStyleCnt="0"/>
      <dgm:spPr/>
    </dgm:pt>
    <dgm:pt modelId="{EAC160A5-7426-42DB-976A-37073874415C}" type="pres">
      <dgm:prSet presAssocID="{DEECB0BC-8050-4D03-B8E4-9FFE55C3ADA5}" presName="hierChild7" presStyleCnt="0"/>
      <dgm:spPr/>
    </dgm:pt>
    <dgm:pt modelId="{C76CD716-63E3-4A96-B379-B439B875AD32}" type="pres">
      <dgm:prSet presAssocID="{48D56D9A-61D5-4021-A6DF-22D52683D214}" presName="Name111" presStyleLbl="parChTrans1D2" presStyleIdx="9" presStyleCnt="12"/>
      <dgm:spPr/>
    </dgm:pt>
    <dgm:pt modelId="{6DEF9AD8-54C5-47EE-86EF-63A18DC5A421}" type="pres">
      <dgm:prSet presAssocID="{C4785170-696B-4653-9DE0-03761C205A64}" presName="hierRoot3" presStyleCnt="0">
        <dgm:presLayoutVars>
          <dgm:hierBranch val="init"/>
        </dgm:presLayoutVars>
      </dgm:prSet>
      <dgm:spPr/>
    </dgm:pt>
    <dgm:pt modelId="{FCF34BE2-0621-403A-96CC-40638DEB3871}" type="pres">
      <dgm:prSet presAssocID="{C4785170-696B-4653-9DE0-03761C205A64}" presName="rootComposite3" presStyleCnt="0"/>
      <dgm:spPr/>
    </dgm:pt>
    <dgm:pt modelId="{E1DA1B00-C903-49FB-9BFF-0201176237A9}" type="pres">
      <dgm:prSet presAssocID="{C4785170-696B-4653-9DE0-03761C205A64}" presName="rootText3" presStyleLbl="asst1" presStyleIdx="3" presStyleCnt="6" custScaleX="106264" custLinFactNeighborX="6764" custLinFactNeighborY="4551">
        <dgm:presLayoutVars>
          <dgm:chPref val="3"/>
        </dgm:presLayoutVars>
      </dgm:prSet>
      <dgm:spPr/>
    </dgm:pt>
    <dgm:pt modelId="{44CFBBBC-1007-4D99-9D71-DF0C8562770B}" type="pres">
      <dgm:prSet presAssocID="{C4785170-696B-4653-9DE0-03761C205A64}" presName="rootConnector3" presStyleLbl="asst1" presStyleIdx="3" presStyleCnt="6"/>
      <dgm:spPr/>
    </dgm:pt>
    <dgm:pt modelId="{6C26FF2D-E361-444B-92D3-829268616ED9}" type="pres">
      <dgm:prSet presAssocID="{C4785170-696B-4653-9DE0-03761C205A64}" presName="hierChild6" presStyleCnt="0"/>
      <dgm:spPr/>
    </dgm:pt>
    <dgm:pt modelId="{722DAB17-A71C-4F49-A237-37F3D05F5323}" type="pres">
      <dgm:prSet presAssocID="{C4785170-696B-4653-9DE0-03761C205A64}" presName="hierChild7" presStyleCnt="0"/>
      <dgm:spPr/>
    </dgm:pt>
    <dgm:pt modelId="{18E1CDF5-07E9-498D-97F2-B6B5099DC128}" type="pres">
      <dgm:prSet presAssocID="{FE79B0D5-969C-4ECD-A51C-8F09C1A0119D}" presName="Name111" presStyleLbl="parChTrans1D2" presStyleIdx="10" presStyleCnt="12"/>
      <dgm:spPr/>
    </dgm:pt>
    <dgm:pt modelId="{B297F4B2-2BA1-4098-BD63-A76E19CD0CF7}" type="pres">
      <dgm:prSet presAssocID="{C32A6A8E-9FED-4687-A7DA-6C53CA396A89}" presName="hierRoot3" presStyleCnt="0">
        <dgm:presLayoutVars>
          <dgm:hierBranch val="init"/>
        </dgm:presLayoutVars>
      </dgm:prSet>
      <dgm:spPr/>
    </dgm:pt>
    <dgm:pt modelId="{A94DA1E9-7929-4E5C-AE5C-9CCA2CA11BE9}" type="pres">
      <dgm:prSet presAssocID="{C32A6A8E-9FED-4687-A7DA-6C53CA396A89}" presName="rootComposite3" presStyleCnt="0"/>
      <dgm:spPr/>
    </dgm:pt>
    <dgm:pt modelId="{4A565A30-C5B2-450E-B6BE-08BC665FDF16}" type="pres">
      <dgm:prSet presAssocID="{C32A6A8E-9FED-4687-A7DA-6C53CA396A89}" presName="rootText3" presStyleLbl="asst1" presStyleIdx="4" presStyleCnt="6" custLinFactX="100000" custLinFactNeighborX="167084" custLinFactNeighborY="-3867">
        <dgm:presLayoutVars>
          <dgm:chPref val="3"/>
        </dgm:presLayoutVars>
      </dgm:prSet>
      <dgm:spPr/>
    </dgm:pt>
    <dgm:pt modelId="{3AED0670-E66F-4620-9F8D-5021DB645A04}" type="pres">
      <dgm:prSet presAssocID="{C32A6A8E-9FED-4687-A7DA-6C53CA396A89}" presName="rootConnector3" presStyleLbl="asst1" presStyleIdx="4" presStyleCnt="6"/>
      <dgm:spPr/>
    </dgm:pt>
    <dgm:pt modelId="{06ECD590-28E8-4C5A-A366-8DBA970956A3}" type="pres">
      <dgm:prSet presAssocID="{C32A6A8E-9FED-4687-A7DA-6C53CA396A89}" presName="hierChild6" presStyleCnt="0"/>
      <dgm:spPr/>
    </dgm:pt>
    <dgm:pt modelId="{05005E04-5299-465E-AF0F-BDAA48E3F397}" type="pres">
      <dgm:prSet presAssocID="{C32A6A8E-9FED-4687-A7DA-6C53CA396A89}" presName="hierChild7" presStyleCnt="0"/>
      <dgm:spPr/>
    </dgm:pt>
    <dgm:pt modelId="{AD5A7D16-6997-424D-A212-125FE738916D}" type="pres">
      <dgm:prSet presAssocID="{92E15C2E-9DAA-4153-AABB-5664A22C3430}" presName="Name111" presStyleLbl="parChTrans1D2" presStyleIdx="11" presStyleCnt="12"/>
      <dgm:spPr/>
    </dgm:pt>
    <dgm:pt modelId="{9C72E9DD-D2A0-4982-8740-75038990C287}" type="pres">
      <dgm:prSet presAssocID="{D28CC85F-EA3A-4950-BB10-7DB55E9A7AEA}" presName="hierRoot3" presStyleCnt="0">
        <dgm:presLayoutVars>
          <dgm:hierBranch val="init"/>
        </dgm:presLayoutVars>
      </dgm:prSet>
      <dgm:spPr/>
    </dgm:pt>
    <dgm:pt modelId="{32E71C71-1CAF-4CCC-9931-28F3C56E0D7D}" type="pres">
      <dgm:prSet presAssocID="{D28CC85F-EA3A-4950-BB10-7DB55E9A7AEA}" presName="rootComposite3" presStyleCnt="0"/>
      <dgm:spPr/>
    </dgm:pt>
    <dgm:pt modelId="{13A41534-37FA-4D12-AEE4-DA8F988BCE7C}" type="pres">
      <dgm:prSet presAssocID="{D28CC85F-EA3A-4950-BB10-7DB55E9A7AEA}" presName="rootText3" presStyleLbl="asst1" presStyleIdx="5" presStyleCnt="6" custScaleX="107189" custLinFactNeighborX="4851" custLinFactNeighborY="-4048">
        <dgm:presLayoutVars>
          <dgm:chPref val="3"/>
        </dgm:presLayoutVars>
      </dgm:prSet>
      <dgm:spPr/>
    </dgm:pt>
    <dgm:pt modelId="{C9BAD133-0ECB-4EC6-A930-F548B2D13514}" type="pres">
      <dgm:prSet presAssocID="{D28CC85F-EA3A-4950-BB10-7DB55E9A7AEA}" presName="rootConnector3" presStyleLbl="asst1" presStyleIdx="5" presStyleCnt="6"/>
      <dgm:spPr/>
    </dgm:pt>
    <dgm:pt modelId="{BEF75714-6994-49A3-B773-5A619D375D32}" type="pres">
      <dgm:prSet presAssocID="{D28CC85F-EA3A-4950-BB10-7DB55E9A7AEA}" presName="hierChild6" presStyleCnt="0"/>
      <dgm:spPr/>
    </dgm:pt>
    <dgm:pt modelId="{AAF470B9-2434-42B9-BAF0-67C50A7D44C1}" type="pres">
      <dgm:prSet presAssocID="{D28CC85F-EA3A-4950-BB10-7DB55E9A7AEA}" presName="hierChild7" presStyleCnt="0"/>
      <dgm:spPr/>
    </dgm:pt>
    <dgm:pt modelId="{10488D59-CE68-4E58-A740-6B55FE25F93A}" type="pres">
      <dgm:prSet presAssocID="{92318C8B-E2E9-4F35-B3A7-A6536145456B}" presName="hierRoot1" presStyleCnt="0">
        <dgm:presLayoutVars>
          <dgm:hierBranch val="init"/>
        </dgm:presLayoutVars>
      </dgm:prSet>
      <dgm:spPr/>
    </dgm:pt>
    <dgm:pt modelId="{7BFB8FD9-05A1-4757-9751-FAF0969719A6}" type="pres">
      <dgm:prSet presAssocID="{92318C8B-E2E9-4F35-B3A7-A6536145456B}" presName="rootComposite1" presStyleCnt="0"/>
      <dgm:spPr/>
    </dgm:pt>
    <dgm:pt modelId="{2E5ED4DD-E34D-468E-84D7-E295D3286498}" type="pres">
      <dgm:prSet presAssocID="{92318C8B-E2E9-4F35-B3A7-A6536145456B}" presName="rootText1" presStyleLbl="node0" presStyleIdx="1" presStyleCnt="6" custScaleX="114123" custScaleY="93028" custLinFactX="-100000" custLinFactY="100000" custLinFactNeighborX="-166679" custLinFactNeighborY="129359">
        <dgm:presLayoutVars>
          <dgm:chPref val="3"/>
        </dgm:presLayoutVars>
      </dgm:prSet>
      <dgm:spPr/>
    </dgm:pt>
    <dgm:pt modelId="{2468E93F-4269-4800-BB8E-D49713618DDD}" type="pres">
      <dgm:prSet presAssocID="{92318C8B-E2E9-4F35-B3A7-A6536145456B}" presName="rootConnector1" presStyleLbl="asst0" presStyleIdx="0" presStyleCnt="0"/>
      <dgm:spPr/>
    </dgm:pt>
    <dgm:pt modelId="{E0F0B024-09A8-41D3-A9CD-1DA19EF4E54A}" type="pres">
      <dgm:prSet presAssocID="{92318C8B-E2E9-4F35-B3A7-A6536145456B}" presName="hierChild2" presStyleCnt="0"/>
      <dgm:spPr/>
    </dgm:pt>
    <dgm:pt modelId="{D57555A8-516D-4EDF-AE9D-F83F7E2E36AF}" type="pres">
      <dgm:prSet presAssocID="{92318C8B-E2E9-4F35-B3A7-A6536145456B}" presName="hierChild3" presStyleCnt="0"/>
      <dgm:spPr/>
    </dgm:pt>
    <dgm:pt modelId="{6AEFB5A6-2699-48FD-BDFD-E0C6D1C69D5B}" type="pres">
      <dgm:prSet presAssocID="{8E29EBC8-B737-42AA-B12D-975A19FDC9B0}" presName="hierRoot1" presStyleCnt="0">
        <dgm:presLayoutVars>
          <dgm:hierBranch val="init"/>
        </dgm:presLayoutVars>
      </dgm:prSet>
      <dgm:spPr/>
    </dgm:pt>
    <dgm:pt modelId="{53C1A10B-A408-4D4E-9042-57C5BD77B438}" type="pres">
      <dgm:prSet presAssocID="{8E29EBC8-B737-42AA-B12D-975A19FDC9B0}" presName="rootComposite1" presStyleCnt="0"/>
      <dgm:spPr/>
    </dgm:pt>
    <dgm:pt modelId="{3BE8D01E-06BE-4CA6-93CC-959D2CD4DF90}" type="pres">
      <dgm:prSet presAssocID="{8E29EBC8-B737-42AA-B12D-975A19FDC9B0}" presName="rootText1" presStyleLbl="node0" presStyleIdx="2" presStyleCnt="6" custScaleX="114639" custScaleY="94418" custLinFactX="-200000" custLinFactY="19179" custLinFactNeighborX="-202358" custLinFactNeighborY="100000">
        <dgm:presLayoutVars>
          <dgm:chPref val="3"/>
        </dgm:presLayoutVars>
      </dgm:prSet>
      <dgm:spPr/>
    </dgm:pt>
    <dgm:pt modelId="{5E8D35C5-F70F-458D-A64D-85AF5571B7C4}" type="pres">
      <dgm:prSet presAssocID="{8E29EBC8-B737-42AA-B12D-975A19FDC9B0}" presName="rootConnector1" presStyleLbl="asst0" presStyleIdx="0" presStyleCnt="0"/>
      <dgm:spPr/>
    </dgm:pt>
    <dgm:pt modelId="{49048064-8F2D-48F5-ADD3-67851890048C}" type="pres">
      <dgm:prSet presAssocID="{8E29EBC8-B737-42AA-B12D-975A19FDC9B0}" presName="hierChild2" presStyleCnt="0"/>
      <dgm:spPr/>
    </dgm:pt>
    <dgm:pt modelId="{728466B1-A600-416D-B17E-8C8C5914B1ED}" type="pres">
      <dgm:prSet presAssocID="{8E29EBC8-B737-42AA-B12D-975A19FDC9B0}" presName="hierChild3" presStyleCnt="0"/>
      <dgm:spPr/>
    </dgm:pt>
    <dgm:pt modelId="{295FA2FA-E495-450B-8F8A-4980B6A48DD9}" type="pres">
      <dgm:prSet presAssocID="{21478B6E-93AB-49BC-A36C-B9DB8B17A88E}" presName="hierRoot1" presStyleCnt="0">
        <dgm:presLayoutVars>
          <dgm:hierBranch val="init"/>
        </dgm:presLayoutVars>
      </dgm:prSet>
      <dgm:spPr/>
    </dgm:pt>
    <dgm:pt modelId="{22B1718F-66BD-4533-A1DD-F003330BF0B6}" type="pres">
      <dgm:prSet presAssocID="{21478B6E-93AB-49BC-A36C-B9DB8B17A88E}" presName="rootComposite1" presStyleCnt="0"/>
      <dgm:spPr/>
    </dgm:pt>
    <dgm:pt modelId="{1140682B-42F4-4503-B4EC-23640BB2FB92}" type="pres">
      <dgm:prSet presAssocID="{21478B6E-93AB-49BC-A36C-B9DB8B17A88E}" presName="rootText1" presStyleLbl="node0" presStyleIdx="3" presStyleCnt="6" custScaleX="114243" custScaleY="92588" custLinFactX="-238092" custLinFactNeighborX="-300000" custLinFactNeighborY="12909">
        <dgm:presLayoutVars>
          <dgm:chPref val="3"/>
        </dgm:presLayoutVars>
      </dgm:prSet>
      <dgm:spPr/>
    </dgm:pt>
    <dgm:pt modelId="{9BF76C09-5204-419F-BE5D-AF6BC24F49F9}" type="pres">
      <dgm:prSet presAssocID="{21478B6E-93AB-49BC-A36C-B9DB8B17A88E}" presName="rootConnector1" presStyleLbl="asst0" presStyleIdx="0" presStyleCnt="0"/>
      <dgm:spPr/>
    </dgm:pt>
    <dgm:pt modelId="{FA0C1F26-57BA-4EFE-AC79-D4594802FEE6}" type="pres">
      <dgm:prSet presAssocID="{21478B6E-93AB-49BC-A36C-B9DB8B17A88E}" presName="hierChild2" presStyleCnt="0"/>
      <dgm:spPr/>
    </dgm:pt>
    <dgm:pt modelId="{11D6BDBE-7E52-4436-8E44-B7B9E06A3451}" type="pres">
      <dgm:prSet presAssocID="{21478B6E-93AB-49BC-A36C-B9DB8B17A88E}" presName="hierChild3" presStyleCnt="0"/>
      <dgm:spPr/>
    </dgm:pt>
    <dgm:pt modelId="{5689318A-6BDE-4E81-811A-AEC71245E395}" type="pres">
      <dgm:prSet presAssocID="{33399DB8-E01C-4640-85F5-007002727B74}" presName="hierRoot1" presStyleCnt="0">
        <dgm:presLayoutVars>
          <dgm:hierBranch val="init"/>
        </dgm:presLayoutVars>
      </dgm:prSet>
      <dgm:spPr/>
    </dgm:pt>
    <dgm:pt modelId="{3D13257F-2214-4014-AD00-599F62893E28}" type="pres">
      <dgm:prSet presAssocID="{33399DB8-E01C-4640-85F5-007002727B74}" presName="rootComposite1" presStyleCnt="0"/>
      <dgm:spPr/>
    </dgm:pt>
    <dgm:pt modelId="{A77276EB-CB29-47F3-878C-2E7E254181E9}" type="pres">
      <dgm:prSet presAssocID="{33399DB8-E01C-4640-85F5-007002727B74}" presName="rootText1" presStyleLbl="node0" presStyleIdx="4" presStyleCnt="6" custScaleX="104560" custLinFactX="-91100" custLinFactNeighborX="-100000" custLinFactNeighborY="3104">
        <dgm:presLayoutVars>
          <dgm:chPref val="3"/>
        </dgm:presLayoutVars>
      </dgm:prSet>
      <dgm:spPr/>
    </dgm:pt>
    <dgm:pt modelId="{0EC3447A-93D2-4533-8F9B-7156151394E3}" type="pres">
      <dgm:prSet presAssocID="{33399DB8-E01C-4640-85F5-007002727B74}" presName="rootConnector1" presStyleLbl="node1" presStyleIdx="0" presStyleCnt="0"/>
      <dgm:spPr/>
    </dgm:pt>
    <dgm:pt modelId="{B90F541A-CDC1-481B-9260-EC91229A21A5}" type="pres">
      <dgm:prSet presAssocID="{33399DB8-E01C-4640-85F5-007002727B74}" presName="hierChild2" presStyleCnt="0"/>
      <dgm:spPr/>
    </dgm:pt>
    <dgm:pt modelId="{EC9D2AAF-4921-4BF9-BB3A-1C7ED6792FA7}" type="pres">
      <dgm:prSet presAssocID="{33399DB8-E01C-4640-85F5-007002727B74}" presName="hierChild3" presStyleCnt="0"/>
      <dgm:spPr/>
    </dgm:pt>
    <dgm:pt modelId="{DE3B8554-ACA0-420B-BCD0-F463080FBA4F}" type="pres">
      <dgm:prSet presAssocID="{3C3FF7A8-99C5-4B0D-9A75-3F8443411851}" presName="hierRoot1" presStyleCnt="0">
        <dgm:presLayoutVars>
          <dgm:hierBranch val="init"/>
        </dgm:presLayoutVars>
      </dgm:prSet>
      <dgm:spPr/>
    </dgm:pt>
    <dgm:pt modelId="{E44A89D9-7ADB-4485-A409-8E0AADFD81E5}" type="pres">
      <dgm:prSet presAssocID="{3C3FF7A8-99C5-4B0D-9A75-3F8443411851}" presName="rootComposite1" presStyleCnt="0"/>
      <dgm:spPr/>
    </dgm:pt>
    <dgm:pt modelId="{84F69A5F-43F5-4BAA-93F4-99BBB985FE5C}" type="pres">
      <dgm:prSet presAssocID="{3C3FF7A8-99C5-4B0D-9A75-3F8443411851}" presName="rootText1" presStyleLbl="node0" presStyleIdx="5" presStyleCnt="6" custLinFactX="-115497" custLinFactY="49299" custLinFactNeighborX="-200000" custLinFactNeighborY="100000">
        <dgm:presLayoutVars>
          <dgm:chPref val="3"/>
        </dgm:presLayoutVars>
      </dgm:prSet>
      <dgm:spPr>
        <a:xfrm>
          <a:off x="6450752" y="892895"/>
          <a:ext cx="1211093" cy="605546"/>
        </a:xfrm>
        <a:prstGeom prst="rect">
          <a:avLst/>
        </a:prstGeom>
      </dgm:spPr>
    </dgm:pt>
    <dgm:pt modelId="{69A3ABAF-534C-496F-A3C8-FC8EFAE9B29D}" type="pres">
      <dgm:prSet presAssocID="{3C3FF7A8-99C5-4B0D-9A75-3F8443411851}" presName="rootConnector1" presStyleLbl="asst0" presStyleIdx="0" presStyleCnt="0"/>
      <dgm:spPr/>
    </dgm:pt>
    <dgm:pt modelId="{DD95591E-9011-4F8C-BAFA-1CC41DF4C302}" type="pres">
      <dgm:prSet presAssocID="{3C3FF7A8-99C5-4B0D-9A75-3F8443411851}" presName="hierChild2" presStyleCnt="0"/>
      <dgm:spPr/>
    </dgm:pt>
    <dgm:pt modelId="{0EB375C7-3EF3-4D58-A705-C43C2C27D137}" type="pres">
      <dgm:prSet presAssocID="{3C3FF7A8-99C5-4B0D-9A75-3F8443411851}" presName="hierChild3" presStyleCnt="0"/>
      <dgm:spPr/>
    </dgm:pt>
  </dgm:ptLst>
  <dgm:cxnLst>
    <dgm:cxn modelId="{1EB1AC01-0715-478E-948F-A87AA8082498}" type="presOf" srcId="{C5AE0AA1-77D0-4209-AE77-7F33BEB66B3E}" destId="{D3D13F7B-E356-4321-9D9C-F8AF80DDDE60}" srcOrd="0" destOrd="0" presId="urn:microsoft.com/office/officeart/2005/8/layout/orgChart1"/>
    <dgm:cxn modelId="{E61CD207-483F-415E-9C3D-E7E56EB123C3}" type="presOf" srcId="{83E651CE-AEDC-4AC1-8107-B981E2001EEA}" destId="{B44B59C1-340A-489E-AD7D-B5BE84725A11}" srcOrd="0" destOrd="0" presId="urn:microsoft.com/office/officeart/2005/8/layout/orgChart1"/>
    <dgm:cxn modelId="{38FB610F-6018-47B1-B3B0-25E603ED345E}" type="presOf" srcId="{D28CC85F-EA3A-4950-BB10-7DB55E9A7AEA}" destId="{C9BAD133-0ECB-4EC6-A930-F548B2D13514}" srcOrd="1" destOrd="0" presId="urn:microsoft.com/office/officeart/2005/8/layout/orgChart1"/>
    <dgm:cxn modelId="{2B304816-2540-45F8-97E6-A75861D28E83}" type="presOf" srcId="{5159A97A-BA05-4913-A060-4C94F8ACBCB5}" destId="{BBC93472-F59A-4E9B-9A15-B0B20CCCCB4C}" srcOrd="1" destOrd="0" presId="urn:microsoft.com/office/officeart/2005/8/layout/orgChart1"/>
    <dgm:cxn modelId="{45946C17-868F-487B-AF77-DA3C97F63195}" type="presOf" srcId="{3C3FF7A8-99C5-4B0D-9A75-3F8443411851}" destId="{69A3ABAF-534C-496F-A3C8-FC8EFAE9B29D}" srcOrd="1" destOrd="0" presId="urn:microsoft.com/office/officeart/2005/8/layout/orgChart1"/>
    <dgm:cxn modelId="{DEFEC117-0AD6-4495-83E6-6A300A04625A}" srcId="{CAE05C79-F264-476A-9B6E-3DFE628F5C67}" destId="{3C3FF7A8-99C5-4B0D-9A75-3F8443411851}" srcOrd="5" destOrd="0" parTransId="{37317C53-7CED-4CC9-8DD6-7E83668087D7}" sibTransId="{0CB3FC0B-0B5D-4193-A6A4-3C2EBF933C33}"/>
    <dgm:cxn modelId="{EEFE2919-2B65-48BB-AC42-166FA505BE52}" srcId="{C5AE0AA1-77D0-4209-AE77-7F33BEB66B3E}" destId="{8D6089A1-AE2C-4498-81FD-7BDDCC4CE2AA}" srcOrd="6" destOrd="0" parTransId="{61465416-9538-4ADF-935A-2BB9A3E1E442}" sibTransId="{683DF703-EB2D-4819-9B2C-35499D418E06}"/>
    <dgm:cxn modelId="{FB04FA1B-B21B-40C2-B33B-6B2ECF632D7C}" type="presOf" srcId="{8D6089A1-AE2C-4498-81FD-7BDDCC4CE2AA}" destId="{47F00048-129F-413C-AF59-E77F39D4A3E4}" srcOrd="1" destOrd="0" presId="urn:microsoft.com/office/officeart/2005/8/layout/orgChart1"/>
    <dgm:cxn modelId="{3E55911D-8993-4A33-8DE9-BFECBE717EAA}" type="presOf" srcId="{21478B6E-93AB-49BC-A36C-B9DB8B17A88E}" destId="{9BF76C09-5204-419F-BE5D-AF6BC24F49F9}" srcOrd="1" destOrd="0" presId="urn:microsoft.com/office/officeart/2005/8/layout/orgChart1"/>
    <dgm:cxn modelId="{C6716524-CE8A-45FD-8E05-3CE5B5BA22B0}" type="presOf" srcId="{D28CC85F-EA3A-4950-BB10-7DB55E9A7AEA}" destId="{13A41534-37FA-4D12-AEE4-DA8F988BCE7C}" srcOrd="0" destOrd="0" presId="urn:microsoft.com/office/officeart/2005/8/layout/orgChart1"/>
    <dgm:cxn modelId="{ED537829-603D-4E06-9915-C95CC31D960D}" srcId="{C5AE0AA1-77D0-4209-AE77-7F33BEB66B3E}" destId="{C32A6A8E-9FED-4687-A7DA-6C53CA396A89}" srcOrd="4" destOrd="0" parTransId="{FE79B0D5-969C-4ECD-A51C-8F09C1A0119D}" sibTransId="{4C76140E-73FE-4253-AE04-F99D0DD94F86}"/>
    <dgm:cxn modelId="{D8A7E02B-9DF9-42EF-9A06-172277786271}" type="presOf" srcId="{C32A6A8E-9FED-4687-A7DA-6C53CA396A89}" destId="{3AED0670-E66F-4620-9F8D-5021DB645A04}" srcOrd="1" destOrd="0" presId="urn:microsoft.com/office/officeart/2005/8/layout/orgChart1"/>
    <dgm:cxn modelId="{34BD0734-0A23-4133-B902-1FF06FAB58FB}" type="presOf" srcId="{56130DD5-2B28-4082-B58D-4DE635B6F7DF}" destId="{5E9925DA-57E9-4757-851A-50D119849429}" srcOrd="0" destOrd="0" presId="urn:microsoft.com/office/officeart/2005/8/layout/orgChart1"/>
    <dgm:cxn modelId="{70979F3A-E63B-45C6-AF01-EE595A82DD39}" type="presOf" srcId="{3C3FF7A8-99C5-4B0D-9A75-3F8443411851}" destId="{84F69A5F-43F5-4BAA-93F4-99BBB985FE5C}" srcOrd="0" destOrd="0" presId="urn:microsoft.com/office/officeart/2005/8/layout/orgChart1"/>
    <dgm:cxn modelId="{A832A83A-8CD6-4C6A-8379-C45CCED79B3D}" srcId="{C5AE0AA1-77D0-4209-AE77-7F33BEB66B3E}" destId="{DEECB0BC-8050-4D03-B8E4-9FFE55C3ADA5}" srcOrd="2" destOrd="0" parTransId="{67C61E5B-0A24-45A9-BB51-76D2F69B866C}" sibTransId="{DEAA374A-4BAF-416C-A5F1-7F4C3425FE84}"/>
    <dgm:cxn modelId="{7C8A513C-4AB5-403E-B5DA-2A193CC1BA71}" srcId="{C5AE0AA1-77D0-4209-AE77-7F33BEB66B3E}" destId="{7A0BF029-1DB4-4263-A606-4FB761ACC34A}" srcOrd="8" destOrd="0" parTransId="{940D7776-D31C-4077-ADB2-A28CAFF2675F}" sibTransId="{3FE01EA0-C07C-4654-A64F-37CD03BE7AF2}"/>
    <dgm:cxn modelId="{87C8733C-8F67-4AF6-B95E-BC63872E817B}" type="presOf" srcId="{C4785170-696B-4653-9DE0-03761C205A64}" destId="{E1DA1B00-C903-49FB-9BFF-0201176237A9}" srcOrd="0" destOrd="0" presId="urn:microsoft.com/office/officeart/2005/8/layout/orgChart1"/>
    <dgm:cxn modelId="{1AF2145E-8999-4818-A3D5-9C9F8C1C4CB4}" type="presOf" srcId="{940D7776-D31C-4077-ADB2-A28CAFF2675F}" destId="{743A74CF-390C-499D-B180-2BB3D556E500}" srcOrd="0" destOrd="0" presId="urn:microsoft.com/office/officeart/2005/8/layout/orgChart1"/>
    <dgm:cxn modelId="{06918E5F-141B-4BB0-A3D6-31C29ABD3AE2}" type="presOf" srcId="{999A5203-50C0-4430-AB2A-A71235BD9E83}" destId="{4B8DC3AA-D8C0-400C-A5C6-5CD37232749A}" srcOrd="1" destOrd="0" presId="urn:microsoft.com/office/officeart/2005/8/layout/orgChart1"/>
    <dgm:cxn modelId="{0028EB65-E7EE-464F-A34E-88682B0511F2}" type="presOf" srcId="{BD62FEC9-1BA3-494F-8617-A4B8E6726882}" destId="{119F5E21-968D-4BE1-8D51-5C37F047A23D}" srcOrd="1" destOrd="0" presId="urn:microsoft.com/office/officeart/2005/8/layout/orgChart1"/>
    <dgm:cxn modelId="{48CD3B47-C41F-4D73-BC07-E2BA473BCFF1}" type="presOf" srcId="{C5AE0AA1-77D0-4209-AE77-7F33BEB66B3E}" destId="{94233339-0992-4FD2-939E-5F72E747D318}" srcOrd="1" destOrd="0" presId="urn:microsoft.com/office/officeart/2005/8/layout/orgChart1"/>
    <dgm:cxn modelId="{02B69367-0585-49BF-A682-F8AA8B5A922E}" type="presOf" srcId="{DEECB0BC-8050-4D03-B8E4-9FFE55C3ADA5}" destId="{426D67EA-EA41-4CF1-817A-26E3378A04AC}" srcOrd="1" destOrd="0" presId="urn:microsoft.com/office/officeart/2005/8/layout/orgChart1"/>
    <dgm:cxn modelId="{6585E96B-263E-4B7F-83B0-C4429B971E5C}" type="presOf" srcId="{33399DB8-E01C-4640-85F5-007002727B74}" destId="{0EC3447A-93D2-4533-8F9B-7156151394E3}" srcOrd="1" destOrd="0" presId="urn:microsoft.com/office/officeart/2005/8/layout/orgChart1"/>
    <dgm:cxn modelId="{818AB94C-4B92-4AED-A1E6-3DD29AAD2E37}" srcId="{CAE05C79-F264-476A-9B6E-3DFE628F5C67}" destId="{C5AE0AA1-77D0-4209-AE77-7F33BEB66B3E}" srcOrd="0" destOrd="0" parTransId="{68C89E98-3C7C-48A2-8B92-6EEE3F7DC5E1}" sibTransId="{40493191-2B93-4D3A-B19A-E32B26F32242}"/>
    <dgm:cxn modelId="{652E174E-FFAE-44EE-91C4-4E8A14136F51}" type="presOf" srcId="{4A517CAE-4413-4FB6-8FE1-241A71539EC4}" destId="{7D822961-1626-4EDB-9E92-28276409ADB2}" srcOrd="1" destOrd="0" presId="urn:microsoft.com/office/officeart/2005/8/layout/orgChart1"/>
    <dgm:cxn modelId="{268B7A4F-C544-41F2-9453-5E3F809DB7CB}" type="presOf" srcId="{C32A6A8E-9FED-4687-A7DA-6C53CA396A89}" destId="{4A565A30-C5B2-450E-B6BE-08BC665FDF16}" srcOrd="0" destOrd="0" presId="urn:microsoft.com/office/officeart/2005/8/layout/orgChart1"/>
    <dgm:cxn modelId="{1DB8CE51-1647-453D-A82B-50D8D6B78B1F}" type="presOf" srcId="{EE96F275-39E0-4467-A673-4B8E4E330B2F}" destId="{CDB5FB66-32D9-44B7-B199-0AAFD108B2AD}" srcOrd="0" destOrd="0" presId="urn:microsoft.com/office/officeart/2005/8/layout/orgChart1"/>
    <dgm:cxn modelId="{1ABA8F52-B47A-4691-BAEA-CF1A0AF3E67F}" type="presOf" srcId="{C8D68FEB-35E5-40CE-ACDE-A20EF74D19D4}" destId="{CFB60792-FC2F-4272-AC18-5405799A63F9}" srcOrd="0" destOrd="0" presId="urn:microsoft.com/office/officeart/2005/8/layout/orgChart1"/>
    <dgm:cxn modelId="{FBD32B73-C1DB-43B5-8FC2-4800A3677F38}" srcId="{C5AE0AA1-77D0-4209-AE77-7F33BEB66B3E}" destId="{999A5203-50C0-4430-AB2A-A71235BD9E83}" srcOrd="0" destOrd="0" parTransId="{56130DD5-2B28-4082-B58D-4DE635B6F7DF}" sibTransId="{FFB8C739-6382-4C52-88FB-6DB2F1F6EDCC}"/>
    <dgm:cxn modelId="{BE0D9F73-7FFF-4C5D-87CF-7C0C6A49AF4E}" type="presOf" srcId="{6B427B8D-7F52-4C9F-9F1F-0EE8B10F8E29}" destId="{E357433A-0A33-4996-8379-ED874C54B5ED}" srcOrd="0" destOrd="0" presId="urn:microsoft.com/office/officeart/2005/8/layout/orgChart1"/>
    <dgm:cxn modelId="{0DA1DD55-4CA5-46E4-9A73-EE1FAA8C7F3B}" type="presOf" srcId="{C8D68FEB-35E5-40CE-ACDE-A20EF74D19D4}" destId="{9ADB52D4-3FD8-4EA5-BBB9-B7AB5A451902}" srcOrd="1" destOrd="0" presId="urn:microsoft.com/office/officeart/2005/8/layout/orgChart1"/>
    <dgm:cxn modelId="{F1490A77-836B-48E7-A6F5-C43215F68E19}" srcId="{C5AE0AA1-77D0-4209-AE77-7F33BEB66B3E}" destId="{D28CC85F-EA3A-4950-BB10-7DB55E9A7AEA}" srcOrd="5" destOrd="0" parTransId="{92E15C2E-9DAA-4153-AABB-5664A22C3430}" sibTransId="{5ADCEB3C-E361-44AE-B678-87574137FB70}"/>
    <dgm:cxn modelId="{15B00E79-F9AE-42E4-AD66-7E19307BC0C4}" type="presOf" srcId="{6B427B8D-7F52-4C9F-9F1F-0EE8B10F8E29}" destId="{CEA4DF71-B29D-47CE-926B-B0C41F70B3C4}" srcOrd="1" destOrd="0" presId="urn:microsoft.com/office/officeart/2005/8/layout/orgChart1"/>
    <dgm:cxn modelId="{9862327C-AD1E-4BB0-9103-2BD4A79CCE33}" srcId="{C5AE0AA1-77D0-4209-AE77-7F33BEB66B3E}" destId="{C4785170-696B-4653-9DE0-03761C205A64}" srcOrd="3" destOrd="0" parTransId="{48D56D9A-61D5-4021-A6DF-22D52683D214}" sibTransId="{3FD9706C-4176-412F-A396-6F67C9C8ABB1}"/>
    <dgm:cxn modelId="{C7FF887D-9198-4AF0-9E85-A756B27E0B6B}" type="presOf" srcId="{7A0BF029-1DB4-4263-A606-4FB761ACC34A}" destId="{E9FE6056-04F7-45AF-B52A-3E09B5F25B70}" srcOrd="1" destOrd="0" presId="urn:microsoft.com/office/officeart/2005/8/layout/orgChart1"/>
    <dgm:cxn modelId="{1D979D85-2AE7-49B8-9DD2-608AFDFE1001}" srcId="{CAE05C79-F264-476A-9B6E-3DFE628F5C67}" destId="{21478B6E-93AB-49BC-A36C-B9DB8B17A88E}" srcOrd="3" destOrd="0" parTransId="{10D45770-0257-4277-A665-855528B8E81D}" sibTransId="{122DADFF-E84C-47C9-8B5B-E22431993DD2}"/>
    <dgm:cxn modelId="{DC1A0A87-7E9C-4122-9CFC-982FFC226E4F}" type="presOf" srcId="{5159A97A-BA05-4913-A060-4C94F8ACBCB5}" destId="{21B1D269-7DE2-4D8D-B3F5-C8BA0537D4E8}" srcOrd="0" destOrd="0" presId="urn:microsoft.com/office/officeart/2005/8/layout/orgChart1"/>
    <dgm:cxn modelId="{51823188-E259-40BF-9728-D2B2B4D966A5}" type="presOf" srcId="{21478B6E-93AB-49BC-A36C-B9DB8B17A88E}" destId="{1140682B-42F4-4503-B4EC-23640BB2FB92}" srcOrd="0" destOrd="0" presId="urn:microsoft.com/office/officeart/2005/8/layout/orgChart1"/>
    <dgm:cxn modelId="{6C7C3C8A-361E-4A5A-ACF1-33C36AFB3495}" type="presOf" srcId="{92318C8B-E2E9-4F35-B3A7-A6536145456B}" destId="{2E5ED4DD-E34D-468E-84D7-E295D3286498}" srcOrd="0" destOrd="0" presId="urn:microsoft.com/office/officeart/2005/8/layout/orgChart1"/>
    <dgm:cxn modelId="{7864868A-DDCB-4FAE-A650-F63D6C86033B}" type="presOf" srcId="{308FE926-6D69-4473-A10A-BC3244E92473}" destId="{579746C9-CC09-417E-83A5-BC89479B01A0}" srcOrd="0" destOrd="0" presId="urn:microsoft.com/office/officeart/2005/8/layout/orgChart1"/>
    <dgm:cxn modelId="{02F46D9E-4EFA-4BF8-BB3B-E0C3A8A54229}" srcId="{C5AE0AA1-77D0-4209-AE77-7F33BEB66B3E}" destId="{BD62FEC9-1BA3-494F-8617-A4B8E6726882}" srcOrd="10" destOrd="0" parTransId="{8041EDE2-3C07-429A-9CFE-B0EB872868C4}" sibTransId="{9F5DA90F-E227-4348-8130-68D58EB818F8}"/>
    <dgm:cxn modelId="{2640B39E-8980-411B-B512-6732E774BE18}" srcId="{C5AE0AA1-77D0-4209-AE77-7F33BEB66B3E}" destId="{C8D68FEB-35E5-40CE-ACDE-A20EF74D19D4}" srcOrd="11" destOrd="0" parTransId="{83E651CE-AEDC-4AC1-8107-B981E2001EEA}" sibTransId="{30423D11-7243-453C-B3DF-91B98CD93CAD}"/>
    <dgm:cxn modelId="{0838D99E-BABF-4C3D-A20C-CE4DCC687B4A}" type="presOf" srcId="{C4785170-696B-4653-9DE0-03761C205A64}" destId="{44CFBBBC-1007-4D99-9D71-DF0C8562770B}" srcOrd="1" destOrd="0" presId="urn:microsoft.com/office/officeart/2005/8/layout/orgChart1"/>
    <dgm:cxn modelId="{664A9EA1-BDE4-4D48-B67D-A43658CD8417}" type="presOf" srcId="{BD62FEC9-1BA3-494F-8617-A4B8E6726882}" destId="{3925C7E0-72B5-455C-AA41-772B6B3793AB}" srcOrd="0" destOrd="0" presId="urn:microsoft.com/office/officeart/2005/8/layout/orgChart1"/>
    <dgm:cxn modelId="{66A2E4A9-EAF1-45CB-BCCD-DBA147A00B19}" srcId="{C5AE0AA1-77D0-4209-AE77-7F33BEB66B3E}" destId="{5159A97A-BA05-4913-A060-4C94F8ACBCB5}" srcOrd="1" destOrd="0" parTransId="{7F00A1E3-45B4-413C-8303-7CF57E372C9F}" sibTransId="{42AFBDBF-87E0-44CA-8CDB-7DE6A8AF29DA}"/>
    <dgm:cxn modelId="{39A72DAE-4A98-4287-BD7F-CEF8E3D75514}" type="presOf" srcId="{8E29EBC8-B737-42AA-B12D-975A19FDC9B0}" destId="{3BE8D01E-06BE-4CA6-93CC-959D2CD4DF90}" srcOrd="0" destOrd="0" presId="urn:microsoft.com/office/officeart/2005/8/layout/orgChart1"/>
    <dgm:cxn modelId="{3AF740AE-FD7D-4050-B345-01EA09687D35}" type="presOf" srcId="{DEECB0BC-8050-4D03-B8E4-9FFE55C3ADA5}" destId="{2BF2A0A3-5CA4-4426-95EA-B7BDC9CEA082}" srcOrd="0" destOrd="0" presId="urn:microsoft.com/office/officeart/2005/8/layout/orgChart1"/>
    <dgm:cxn modelId="{D1FAB0AE-2590-443F-96ED-365B6CF6BC7B}" type="presOf" srcId="{8D6089A1-AE2C-4498-81FD-7BDDCC4CE2AA}" destId="{5405C3AE-2041-4014-A237-A382AB7C45F5}" srcOrd="0" destOrd="0" presId="urn:microsoft.com/office/officeart/2005/8/layout/orgChart1"/>
    <dgm:cxn modelId="{F6F9C2B0-F019-4527-9FDD-446526FB8DE8}" type="presOf" srcId="{CAE05C79-F264-476A-9B6E-3DFE628F5C67}" destId="{5F9BDC70-0805-4FDF-AEE5-EADD5661407B}" srcOrd="0" destOrd="0" presId="urn:microsoft.com/office/officeart/2005/8/layout/orgChart1"/>
    <dgm:cxn modelId="{E14D05BB-2075-436B-A761-BD5461CC759C}" type="presOf" srcId="{33399DB8-E01C-4640-85F5-007002727B74}" destId="{A77276EB-CB29-47F3-878C-2E7E254181E9}" srcOrd="0" destOrd="0" presId="urn:microsoft.com/office/officeart/2005/8/layout/orgChart1"/>
    <dgm:cxn modelId="{A8EABFBB-0B1D-47FA-BC85-B3EBAE7278A7}" type="presOf" srcId="{61465416-9538-4ADF-935A-2BB9A3E1E442}" destId="{7230FCE0-F114-474E-8BB5-13014CCC6549}" srcOrd="0" destOrd="0" presId="urn:microsoft.com/office/officeart/2005/8/layout/orgChart1"/>
    <dgm:cxn modelId="{E1B23DBF-B548-47DD-ADA7-9FC0AEB35195}" type="presOf" srcId="{999A5203-50C0-4430-AB2A-A71235BD9E83}" destId="{53C2F270-E737-433E-894B-384C2758F75E}" srcOrd="0" destOrd="0" presId="urn:microsoft.com/office/officeart/2005/8/layout/orgChart1"/>
    <dgm:cxn modelId="{FF0751C9-2730-4BD8-9FBB-D11C93D816A8}" srcId="{C5AE0AA1-77D0-4209-AE77-7F33BEB66B3E}" destId="{4A517CAE-4413-4FB6-8FE1-241A71539EC4}" srcOrd="9" destOrd="0" parTransId="{EE96F275-39E0-4467-A673-4B8E4E330B2F}" sibTransId="{251C9E05-21C2-4D0F-904C-67C28BEF0E3A}"/>
    <dgm:cxn modelId="{8ABCA2C9-5E38-4EDB-AC36-393D28B9B324}" type="presOf" srcId="{48D56D9A-61D5-4021-A6DF-22D52683D214}" destId="{C76CD716-63E3-4A96-B379-B439B875AD32}" srcOrd="0" destOrd="0" presId="urn:microsoft.com/office/officeart/2005/8/layout/orgChart1"/>
    <dgm:cxn modelId="{7DBC73CB-F7FF-4E7E-8EDB-D75DE6B96A89}" type="presOf" srcId="{FE79B0D5-969C-4ECD-A51C-8F09C1A0119D}" destId="{18E1CDF5-07E9-498D-97F2-B6B5099DC128}" srcOrd="0" destOrd="0" presId="urn:microsoft.com/office/officeart/2005/8/layout/orgChart1"/>
    <dgm:cxn modelId="{9B1DA4D1-5C41-4DE1-A2BC-725F765F2E0A}" type="presOf" srcId="{4A517CAE-4413-4FB6-8FE1-241A71539EC4}" destId="{12D63895-328C-4C58-83E4-E34FAE268976}" srcOrd="0" destOrd="0" presId="urn:microsoft.com/office/officeart/2005/8/layout/orgChart1"/>
    <dgm:cxn modelId="{E80379DD-A5A0-4979-A8D2-4478588DCDED}" type="presOf" srcId="{67C61E5B-0A24-45A9-BB51-76D2F69B866C}" destId="{D8B811B5-60F2-4140-9F9B-331EA9704882}" srcOrd="0" destOrd="0" presId="urn:microsoft.com/office/officeart/2005/8/layout/orgChart1"/>
    <dgm:cxn modelId="{1D646BE6-CD32-4F0E-A8E7-D257CAB3722F}" type="presOf" srcId="{8E29EBC8-B737-42AA-B12D-975A19FDC9B0}" destId="{5E8D35C5-F70F-458D-A64D-85AF5571B7C4}" srcOrd="1" destOrd="0" presId="urn:microsoft.com/office/officeart/2005/8/layout/orgChart1"/>
    <dgm:cxn modelId="{E8876AEA-E288-4217-BC11-9786A766C66F}" srcId="{C5AE0AA1-77D0-4209-AE77-7F33BEB66B3E}" destId="{6B427B8D-7F52-4C9F-9F1F-0EE8B10F8E29}" srcOrd="7" destOrd="0" parTransId="{308FE926-6D69-4473-A10A-BC3244E92473}" sibTransId="{FDBFB9DB-A3A6-449F-8879-DBCA278278F9}"/>
    <dgm:cxn modelId="{B047C4F0-2501-477E-B0B0-897F45EDA4E4}" srcId="{CAE05C79-F264-476A-9B6E-3DFE628F5C67}" destId="{8E29EBC8-B737-42AA-B12D-975A19FDC9B0}" srcOrd="2" destOrd="0" parTransId="{1DE4D9C9-4662-42D9-A84D-69425AC33F43}" sibTransId="{55F435BB-32B5-4963-9A88-6D20FD0F6E1B}"/>
    <dgm:cxn modelId="{9F9E2CF2-4FD0-4CD6-A6BF-CC115842FFE7}" srcId="{CAE05C79-F264-476A-9B6E-3DFE628F5C67}" destId="{33399DB8-E01C-4640-85F5-007002727B74}" srcOrd="4" destOrd="0" parTransId="{1BB7B84B-9AEB-4DF6-A12E-517FE4C93B71}" sibTransId="{E6339FE5-9684-49A5-B348-D1B3EE0FCA83}"/>
    <dgm:cxn modelId="{1B3EDEF4-21F5-44BF-838B-8F7FDA85B1EC}" type="presOf" srcId="{92318C8B-E2E9-4F35-B3A7-A6536145456B}" destId="{2468E93F-4269-4800-BB8E-D49713618DDD}" srcOrd="1" destOrd="0" presId="urn:microsoft.com/office/officeart/2005/8/layout/orgChart1"/>
    <dgm:cxn modelId="{01A132F6-02D0-4FAB-9A01-F4B0CBAFB81D}" srcId="{CAE05C79-F264-476A-9B6E-3DFE628F5C67}" destId="{92318C8B-E2E9-4F35-B3A7-A6536145456B}" srcOrd="1" destOrd="0" parTransId="{D8FC8A06-841D-43F1-ABE4-E1A4D66DB882}" sibTransId="{D02AA053-2445-474A-8C6B-E44DB5BEC90E}"/>
    <dgm:cxn modelId="{FAFE3AF6-6777-427D-A43C-358B3A4DA643}" type="presOf" srcId="{7A0BF029-1DB4-4263-A606-4FB761ACC34A}" destId="{99FF293C-5942-42EA-BCE8-A9DB747BA72A}" srcOrd="0" destOrd="0" presId="urn:microsoft.com/office/officeart/2005/8/layout/orgChart1"/>
    <dgm:cxn modelId="{470056F7-C766-4FF7-B0A5-CC441B73B216}" type="presOf" srcId="{92E15C2E-9DAA-4153-AABB-5664A22C3430}" destId="{AD5A7D16-6997-424D-A212-125FE738916D}" srcOrd="0" destOrd="0" presId="urn:microsoft.com/office/officeart/2005/8/layout/orgChart1"/>
    <dgm:cxn modelId="{8086B1F9-D226-4D9B-921B-6694A811C88A}" type="presOf" srcId="{8041EDE2-3C07-429A-9CFE-B0EB872868C4}" destId="{8EED64BF-E231-481D-8B9C-17DE040D4B33}" srcOrd="0" destOrd="0" presId="urn:microsoft.com/office/officeart/2005/8/layout/orgChart1"/>
    <dgm:cxn modelId="{74F4F3FB-B0F5-48DC-8C28-8765A1355D89}" type="presOf" srcId="{7F00A1E3-45B4-413C-8303-7CF57E372C9F}" destId="{F0C8BC79-3A38-4793-A571-EE7747DD6C3E}" srcOrd="0" destOrd="0" presId="urn:microsoft.com/office/officeart/2005/8/layout/orgChart1"/>
    <dgm:cxn modelId="{5828CA73-C8A7-4CD5-AA7F-89D519F06F68}" type="presParOf" srcId="{5F9BDC70-0805-4FDF-AEE5-EADD5661407B}" destId="{EC6453FC-EAA6-47F6-8D1E-ADFA6C490414}" srcOrd="0" destOrd="0" presId="urn:microsoft.com/office/officeart/2005/8/layout/orgChart1"/>
    <dgm:cxn modelId="{E4A252C4-8809-4B4E-AAEC-DDADCEB13BD2}" type="presParOf" srcId="{EC6453FC-EAA6-47F6-8D1E-ADFA6C490414}" destId="{9AAD71A3-158C-4B03-BE7B-7CD27EE9EE67}" srcOrd="0" destOrd="0" presId="urn:microsoft.com/office/officeart/2005/8/layout/orgChart1"/>
    <dgm:cxn modelId="{CD99711A-CFEF-4F17-85F6-63BCEAB0FAD7}" type="presParOf" srcId="{9AAD71A3-158C-4B03-BE7B-7CD27EE9EE67}" destId="{D3D13F7B-E356-4321-9D9C-F8AF80DDDE60}" srcOrd="0" destOrd="0" presId="urn:microsoft.com/office/officeart/2005/8/layout/orgChart1"/>
    <dgm:cxn modelId="{45080BC5-95FB-4B23-AFED-E592906F22D7}" type="presParOf" srcId="{9AAD71A3-158C-4B03-BE7B-7CD27EE9EE67}" destId="{94233339-0992-4FD2-939E-5F72E747D318}" srcOrd="1" destOrd="0" presId="urn:microsoft.com/office/officeart/2005/8/layout/orgChart1"/>
    <dgm:cxn modelId="{FABD35F0-8C4F-49FB-B90B-64F8E7B10A26}" type="presParOf" srcId="{EC6453FC-EAA6-47F6-8D1E-ADFA6C490414}" destId="{F92CAED0-90F6-441F-8A83-FD717861C17E}" srcOrd="1" destOrd="0" presId="urn:microsoft.com/office/officeart/2005/8/layout/orgChart1"/>
    <dgm:cxn modelId="{D3AE5D49-4A53-4CFF-8C7C-9C7429819C53}" type="presParOf" srcId="{F92CAED0-90F6-441F-8A83-FD717861C17E}" destId="{7230FCE0-F114-474E-8BB5-13014CCC6549}" srcOrd="0" destOrd="0" presId="urn:microsoft.com/office/officeart/2005/8/layout/orgChart1"/>
    <dgm:cxn modelId="{3CB158E4-849D-4B3B-8FF8-EE76EDA83ACF}" type="presParOf" srcId="{F92CAED0-90F6-441F-8A83-FD717861C17E}" destId="{E1475CEF-D724-4FD3-B9D2-94EEFAE357C3}" srcOrd="1" destOrd="0" presId="urn:microsoft.com/office/officeart/2005/8/layout/orgChart1"/>
    <dgm:cxn modelId="{721A7C8A-1771-4798-A49C-009A2164E38A}" type="presParOf" srcId="{E1475CEF-D724-4FD3-B9D2-94EEFAE357C3}" destId="{FA064E11-DB2E-4D55-B81F-AE9AFE6892B9}" srcOrd="0" destOrd="0" presId="urn:microsoft.com/office/officeart/2005/8/layout/orgChart1"/>
    <dgm:cxn modelId="{135EF219-C85C-4C0E-9D41-29B7F701FE85}" type="presParOf" srcId="{FA064E11-DB2E-4D55-B81F-AE9AFE6892B9}" destId="{5405C3AE-2041-4014-A237-A382AB7C45F5}" srcOrd="0" destOrd="0" presId="urn:microsoft.com/office/officeart/2005/8/layout/orgChart1"/>
    <dgm:cxn modelId="{8DC87A17-D1C1-4B7B-9A41-B84BC2F8BE0A}" type="presParOf" srcId="{FA064E11-DB2E-4D55-B81F-AE9AFE6892B9}" destId="{47F00048-129F-413C-AF59-E77F39D4A3E4}" srcOrd="1" destOrd="0" presId="urn:microsoft.com/office/officeart/2005/8/layout/orgChart1"/>
    <dgm:cxn modelId="{E2396F57-897C-45C7-84A4-3AA103B95216}" type="presParOf" srcId="{E1475CEF-D724-4FD3-B9D2-94EEFAE357C3}" destId="{003ACB9C-4C87-4610-838A-99A766C1CE82}" srcOrd="1" destOrd="0" presId="urn:microsoft.com/office/officeart/2005/8/layout/orgChart1"/>
    <dgm:cxn modelId="{251D8F93-6D8B-4061-BF43-8B81232318F3}" type="presParOf" srcId="{E1475CEF-D724-4FD3-B9D2-94EEFAE357C3}" destId="{6E5D1C54-B828-455C-82A6-59F14A82B6C1}" srcOrd="2" destOrd="0" presId="urn:microsoft.com/office/officeart/2005/8/layout/orgChart1"/>
    <dgm:cxn modelId="{38476F0D-5C9A-4B33-89AA-8EEB57432E21}" type="presParOf" srcId="{F92CAED0-90F6-441F-8A83-FD717861C17E}" destId="{579746C9-CC09-417E-83A5-BC89479B01A0}" srcOrd="2" destOrd="0" presId="urn:microsoft.com/office/officeart/2005/8/layout/orgChart1"/>
    <dgm:cxn modelId="{9DACFF62-F6AD-4FB3-A333-60402F9EC13D}" type="presParOf" srcId="{F92CAED0-90F6-441F-8A83-FD717861C17E}" destId="{CCE5A706-8DD1-4060-BA02-94D6459D085D}" srcOrd="3" destOrd="0" presId="urn:microsoft.com/office/officeart/2005/8/layout/orgChart1"/>
    <dgm:cxn modelId="{ABCF690C-1C43-478E-8B02-E9A2A6CADDB8}" type="presParOf" srcId="{CCE5A706-8DD1-4060-BA02-94D6459D085D}" destId="{B57D8E33-8B99-4B94-B237-D5F29DF5B2C0}" srcOrd="0" destOrd="0" presId="urn:microsoft.com/office/officeart/2005/8/layout/orgChart1"/>
    <dgm:cxn modelId="{525C64F0-4473-4E19-A727-E5D1823BA46D}" type="presParOf" srcId="{B57D8E33-8B99-4B94-B237-D5F29DF5B2C0}" destId="{E357433A-0A33-4996-8379-ED874C54B5ED}" srcOrd="0" destOrd="0" presId="urn:microsoft.com/office/officeart/2005/8/layout/orgChart1"/>
    <dgm:cxn modelId="{E8D1BE0B-1F96-4D01-B3FC-BC3D9681C7A9}" type="presParOf" srcId="{B57D8E33-8B99-4B94-B237-D5F29DF5B2C0}" destId="{CEA4DF71-B29D-47CE-926B-B0C41F70B3C4}" srcOrd="1" destOrd="0" presId="urn:microsoft.com/office/officeart/2005/8/layout/orgChart1"/>
    <dgm:cxn modelId="{A8CE479A-1CB4-49A6-9BCD-7D83A0BD9BEA}" type="presParOf" srcId="{CCE5A706-8DD1-4060-BA02-94D6459D085D}" destId="{23CBE5E8-3D8F-4B07-8301-FE4344861D23}" srcOrd="1" destOrd="0" presId="urn:microsoft.com/office/officeart/2005/8/layout/orgChart1"/>
    <dgm:cxn modelId="{908403B2-6F76-4FFD-B2E3-005D4A01C6D7}" type="presParOf" srcId="{CCE5A706-8DD1-4060-BA02-94D6459D085D}" destId="{41661391-73F8-448D-B017-5944DA48EA8D}" srcOrd="2" destOrd="0" presId="urn:microsoft.com/office/officeart/2005/8/layout/orgChart1"/>
    <dgm:cxn modelId="{4CED6E3C-8CE2-4022-A992-0EFD5942AE77}" type="presParOf" srcId="{F92CAED0-90F6-441F-8A83-FD717861C17E}" destId="{743A74CF-390C-499D-B180-2BB3D556E500}" srcOrd="4" destOrd="0" presId="urn:microsoft.com/office/officeart/2005/8/layout/orgChart1"/>
    <dgm:cxn modelId="{13F94DD7-6E72-46B6-A57C-B19FEF8FA55B}" type="presParOf" srcId="{F92CAED0-90F6-441F-8A83-FD717861C17E}" destId="{115B1BF1-5D29-4D3B-9890-67E78D85BA0B}" srcOrd="5" destOrd="0" presId="urn:microsoft.com/office/officeart/2005/8/layout/orgChart1"/>
    <dgm:cxn modelId="{21F2A3F3-5700-4A90-A93A-5CA4C0957FF0}" type="presParOf" srcId="{115B1BF1-5D29-4D3B-9890-67E78D85BA0B}" destId="{81DDDDCC-E531-448F-B0B0-BE8D50995186}" srcOrd="0" destOrd="0" presId="urn:microsoft.com/office/officeart/2005/8/layout/orgChart1"/>
    <dgm:cxn modelId="{CA7D15CF-D717-47CE-8CA4-B401D02CE77E}" type="presParOf" srcId="{81DDDDCC-E531-448F-B0B0-BE8D50995186}" destId="{99FF293C-5942-42EA-BCE8-A9DB747BA72A}" srcOrd="0" destOrd="0" presId="urn:microsoft.com/office/officeart/2005/8/layout/orgChart1"/>
    <dgm:cxn modelId="{37B6D512-9F80-4723-8707-98319F6D0A0B}" type="presParOf" srcId="{81DDDDCC-E531-448F-B0B0-BE8D50995186}" destId="{E9FE6056-04F7-45AF-B52A-3E09B5F25B70}" srcOrd="1" destOrd="0" presId="urn:microsoft.com/office/officeart/2005/8/layout/orgChart1"/>
    <dgm:cxn modelId="{3FFBA438-2D04-4833-89D4-429DD2562413}" type="presParOf" srcId="{115B1BF1-5D29-4D3B-9890-67E78D85BA0B}" destId="{9970EC85-6709-419C-B5D1-15138D4DF368}" srcOrd="1" destOrd="0" presId="urn:microsoft.com/office/officeart/2005/8/layout/orgChart1"/>
    <dgm:cxn modelId="{69FD0470-DE32-47C6-BBE6-ADF8C1024F3B}" type="presParOf" srcId="{115B1BF1-5D29-4D3B-9890-67E78D85BA0B}" destId="{786DA492-BA75-4CC8-9B05-5109CBEFAD26}" srcOrd="2" destOrd="0" presId="urn:microsoft.com/office/officeart/2005/8/layout/orgChart1"/>
    <dgm:cxn modelId="{C1DB8A7A-343F-4E9F-A006-24971A0284F3}" type="presParOf" srcId="{F92CAED0-90F6-441F-8A83-FD717861C17E}" destId="{CDB5FB66-32D9-44B7-B199-0AAFD108B2AD}" srcOrd="6" destOrd="0" presId="urn:microsoft.com/office/officeart/2005/8/layout/orgChart1"/>
    <dgm:cxn modelId="{694E8249-EE57-471E-9BDA-404B73442E10}" type="presParOf" srcId="{F92CAED0-90F6-441F-8A83-FD717861C17E}" destId="{B5E32813-9C8D-460D-86F5-55046DE50F40}" srcOrd="7" destOrd="0" presId="urn:microsoft.com/office/officeart/2005/8/layout/orgChart1"/>
    <dgm:cxn modelId="{E1DB95DF-1BEC-425C-9850-DDAFA6D5BE59}" type="presParOf" srcId="{B5E32813-9C8D-460D-86F5-55046DE50F40}" destId="{3A4F919E-7830-456E-B54A-FF08C6F2987D}" srcOrd="0" destOrd="0" presId="urn:microsoft.com/office/officeart/2005/8/layout/orgChart1"/>
    <dgm:cxn modelId="{04C59759-4D7A-437A-936D-64A4C8242370}" type="presParOf" srcId="{3A4F919E-7830-456E-B54A-FF08C6F2987D}" destId="{12D63895-328C-4C58-83E4-E34FAE268976}" srcOrd="0" destOrd="0" presId="urn:microsoft.com/office/officeart/2005/8/layout/orgChart1"/>
    <dgm:cxn modelId="{1D3DA42B-00B6-440F-8612-5986DE896A12}" type="presParOf" srcId="{3A4F919E-7830-456E-B54A-FF08C6F2987D}" destId="{7D822961-1626-4EDB-9E92-28276409ADB2}" srcOrd="1" destOrd="0" presId="urn:microsoft.com/office/officeart/2005/8/layout/orgChart1"/>
    <dgm:cxn modelId="{6ED2E891-301A-4089-B909-0B676C635391}" type="presParOf" srcId="{B5E32813-9C8D-460D-86F5-55046DE50F40}" destId="{1A2386F2-0CEA-4FFA-A2E1-FB84102CF684}" srcOrd="1" destOrd="0" presId="urn:microsoft.com/office/officeart/2005/8/layout/orgChart1"/>
    <dgm:cxn modelId="{C5E88022-BE3D-49A9-8FDF-CF7F827A294D}" type="presParOf" srcId="{B5E32813-9C8D-460D-86F5-55046DE50F40}" destId="{4406EA10-6E83-41D4-8D95-DA149C9BA731}" srcOrd="2" destOrd="0" presId="urn:microsoft.com/office/officeart/2005/8/layout/orgChart1"/>
    <dgm:cxn modelId="{12749945-8993-4184-BF13-231091153881}" type="presParOf" srcId="{F92CAED0-90F6-441F-8A83-FD717861C17E}" destId="{8EED64BF-E231-481D-8B9C-17DE040D4B33}" srcOrd="8" destOrd="0" presId="urn:microsoft.com/office/officeart/2005/8/layout/orgChart1"/>
    <dgm:cxn modelId="{6582CDCC-2138-41E8-8AF1-A591C69D1575}" type="presParOf" srcId="{F92CAED0-90F6-441F-8A83-FD717861C17E}" destId="{66857D87-10BA-499A-BC9C-FF6315DF267A}" srcOrd="9" destOrd="0" presId="urn:microsoft.com/office/officeart/2005/8/layout/orgChart1"/>
    <dgm:cxn modelId="{E0BA7A8A-ED21-4B1D-9D20-5B9C2A306CFC}" type="presParOf" srcId="{66857D87-10BA-499A-BC9C-FF6315DF267A}" destId="{B31E36F9-85AC-45ED-AF96-E8CC4CB64178}" srcOrd="0" destOrd="0" presId="urn:microsoft.com/office/officeart/2005/8/layout/orgChart1"/>
    <dgm:cxn modelId="{CEF94794-1CBA-4914-86C2-430A20F4E3C8}" type="presParOf" srcId="{B31E36F9-85AC-45ED-AF96-E8CC4CB64178}" destId="{3925C7E0-72B5-455C-AA41-772B6B3793AB}" srcOrd="0" destOrd="0" presId="urn:microsoft.com/office/officeart/2005/8/layout/orgChart1"/>
    <dgm:cxn modelId="{0847AAC2-2DED-442B-944F-D7010126FF6F}" type="presParOf" srcId="{B31E36F9-85AC-45ED-AF96-E8CC4CB64178}" destId="{119F5E21-968D-4BE1-8D51-5C37F047A23D}" srcOrd="1" destOrd="0" presId="urn:microsoft.com/office/officeart/2005/8/layout/orgChart1"/>
    <dgm:cxn modelId="{43611E0E-3418-4AEF-AC0A-D96D10404EE1}" type="presParOf" srcId="{66857D87-10BA-499A-BC9C-FF6315DF267A}" destId="{43818441-CF7B-48E0-A644-0D65D96136A8}" srcOrd="1" destOrd="0" presId="urn:microsoft.com/office/officeart/2005/8/layout/orgChart1"/>
    <dgm:cxn modelId="{C084FEAE-ABFD-46BD-9E02-AC4C89B933C8}" type="presParOf" srcId="{66857D87-10BA-499A-BC9C-FF6315DF267A}" destId="{BD20765B-0AF6-4AED-98D4-C3815A1E4D55}" srcOrd="2" destOrd="0" presId="urn:microsoft.com/office/officeart/2005/8/layout/orgChart1"/>
    <dgm:cxn modelId="{A0F0343C-AC2D-4055-8056-0E8E67C2B50D}" type="presParOf" srcId="{F92CAED0-90F6-441F-8A83-FD717861C17E}" destId="{B44B59C1-340A-489E-AD7D-B5BE84725A11}" srcOrd="10" destOrd="0" presId="urn:microsoft.com/office/officeart/2005/8/layout/orgChart1"/>
    <dgm:cxn modelId="{E5EAAAA2-6045-4875-A3E5-C1563DE6E0A2}" type="presParOf" srcId="{F92CAED0-90F6-441F-8A83-FD717861C17E}" destId="{B1348F68-847E-43C0-954F-B232A431BBC0}" srcOrd="11" destOrd="0" presId="urn:microsoft.com/office/officeart/2005/8/layout/orgChart1"/>
    <dgm:cxn modelId="{23B157BC-1B6D-43AF-A036-6867ACC588E3}" type="presParOf" srcId="{B1348F68-847E-43C0-954F-B232A431BBC0}" destId="{00FCB62D-F4A1-4D95-B21E-D21CC82A15A1}" srcOrd="0" destOrd="0" presId="urn:microsoft.com/office/officeart/2005/8/layout/orgChart1"/>
    <dgm:cxn modelId="{6F4467BE-C3F5-4256-A5EB-62C243DA83A7}" type="presParOf" srcId="{00FCB62D-F4A1-4D95-B21E-D21CC82A15A1}" destId="{CFB60792-FC2F-4272-AC18-5405799A63F9}" srcOrd="0" destOrd="0" presId="urn:microsoft.com/office/officeart/2005/8/layout/orgChart1"/>
    <dgm:cxn modelId="{BAA8DF88-8FDA-494B-959B-AFB9B29A7F89}" type="presParOf" srcId="{00FCB62D-F4A1-4D95-B21E-D21CC82A15A1}" destId="{9ADB52D4-3FD8-4EA5-BBB9-B7AB5A451902}" srcOrd="1" destOrd="0" presId="urn:microsoft.com/office/officeart/2005/8/layout/orgChart1"/>
    <dgm:cxn modelId="{7C83A03E-78C6-46FC-96ED-F0499F241297}" type="presParOf" srcId="{B1348F68-847E-43C0-954F-B232A431BBC0}" destId="{547F4161-8634-4B85-832E-5642EE10BADE}" srcOrd="1" destOrd="0" presId="urn:microsoft.com/office/officeart/2005/8/layout/orgChart1"/>
    <dgm:cxn modelId="{31FCE480-8151-4B4C-A078-CC4C296A8D37}" type="presParOf" srcId="{B1348F68-847E-43C0-954F-B232A431BBC0}" destId="{9F0DC55E-89A5-41D9-9007-007E7E448BE4}" srcOrd="2" destOrd="0" presId="urn:microsoft.com/office/officeart/2005/8/layout/orgChart1"/>
    <dgm:cxn modelId="{18C9B5AC-0E37-4607-AF1F-05193FE1DA10}" type="presParOf" srcId="{EC6453FC-EAA6-47F6-8D1E-ADFA6C490414}" destId="{2A8CDC89-07B6-40D4-BE2A-87CCA1204695}" srcOrd="2" destOrd="0" presId="urn:microsoft.com/office/officeart/2005/8/layout/orgChart1"/>
    <dgm:cxn modelId="{C89CBA0D-8062-4EAB-82D5-FC2020D700CE}" type="presParOf" srcId="{2A8CDC89-07B6-40D4-BE2A-87CCA1204695}" destId="{5E9925DA-57E9-4757-851A-50D119849429}" srcOrd="0" destOrd="0" presId="urn:microsoft.com/office/officeart/2005/8/layout/orgChart1"/>
    <dgm:cxn modelId="{124F6DB1-689A-447F-A84B-A19B1D5CB9E2}" type="presParOf" srcId="{2A8CDC89-07B6-40D4-BE2A-87CCA1204695}" destId="{D396BF3F-3B23-4B7B-B89D-C2F63605CC7F}" srcOrd="1" destOrd="0" presId="urn:microsoft.com/office/officeart/2005/8/layout/orgChart1"/>
    <dgm:cxn modelId="{C4D4EB9E-5436-4634-86D5-EE1A4EF10AD6}" type="presParOf" srcId="{D396BF3F-3B23-4B7B-B89D-C2F63605CC7F}" destId="{5AE4C80D-6D14-4081-93D4-40B3AB0F029D}" srcOrd="0" destOrd="0" presId="urn:microsoft.com/office/officeart/2005/8/layout/orgChart1"/>
    <dgm:cxn modelId="{8C1D071D-2798-4B8B-8824-BB8DBE46AE20}" type="presParOf" srcId="{5AE4C80D-6D14-4081-93D4-40B3AB0F029D}" destId="{53C2F270-E737-433E-894B-384C2758F75E}" srcOrd="0" destOrd="0" presId="urn:microsoft.com/office/officeart/2005/8/layout/orgChart1"/>
    <dgm:cxn modelId="{B0A9C0C0-1104-4128-95A3-610A4EBFFE76}" type="presParOf" srcId="{5AE4C80D-6D14-4081-93D4-40B3AB0F029D}" destId="{4B8DC3AA-D8C0-400C-A5C6-5CD37232749A}" srcOrd="1" destOrd="0" presId="urn:microsoft.com/office/officeart/2005/8/layout/orgChart1"/>
    <dgm:cxn modelId="{7A5A1452-94D7-4D5B-BB9E-AA33B10D9994}" type="presParOf" srcId="{D396BF3F-3B23-4B7B-B89D-C2F63605CC7F}" destId="{AE71A51D-53FC-4B0D-B089-38397966CC74}" srcOrd="1" destOrd="0" presId="urn:microsoft.com/office/officeart/2005/8/layout/orgChart1"/>
    <dgm:cxn modelId="{8CBE44F3-7DA3-43D0-8C5D-D63019A35706}" type="presParOf" srcId="{D396BF3F-3B23-4B7B-B89D-C2F63605CC7F}" destId="{81F67B84-0351-4EB3-91FD-08732C6EFD95}" srcOrd="2" destOrd="0" presId="urn:microsoft.com/office/officeart/2005/8/layout/orgChart1"/>
    <dgm:cxn modelId="{9BDFDF2B-0297-4E37-861C-E50033551375}" type="presParOf" srcId="{2A8CDC89-07B6-40D4-BE2A-87CCA1204695}" destId="{F0C8BC79-3A38-4793-A571-EE7747DD6C3E}" srcOrd="2" destOrd="0" presId="urn:microsoft.com/office/officeart/2005/8/layout/orgChart1"/>
    <dgm:cxn modelId="{80D56541-6B7A-4A8E-A7D2-74840FCD5AB3}" type="presParOf" srcId="{2A8CDC89-07B6-40D4-BE2A-87CCA1204695}" destId="{0F2A20A0-3FD2-4BB4-84EC-B95C9D7B93BF}" srcOrd="3" destOrd="0" presId="urn:microsoft.com/office/officeart/2005/8/layout/orgChart1"/>
    <dgm:cxn modelId="{3D715D07-FA5A-47CB-B83E-46B7076A1EAA}" type="presParOf" srcId="{0F2A20A0-3FD2-4BB4-84EC-B95C9D7B93BF}" destId="{BEB510A8-1A75-47E5-A2A2-B3FDFA392488}" srcOrd="0" destOrd="0" presId="urn:microsoft.com/office/officeart/2005/8/layout/orgChart1"/>
    <dgm:cxn modelId="{55E4E54E-C434-465F-AEFE-77D8574BC60E}" type="presParOf" srcId="{BEB510A8-1A75-47E5-A2A2-B3FDFA392488}" destId="{21B1D269-7DE2-4D8D-B3F5-C8BA0537D4E8}" srcOrd="0" destOrd="0" presId="urn:microsoft.com/office/officeart/2005/8/layout/orgChart1"/>
    <dgm:cxn modelId="{04723476-B8FB-4A67-BC25-75860D6CF239}" type="presParOf" srcId="{BEB510A8-1A75-47E5-A2A2-B3FDFA392488}" destId="{BBC93472-F59A-4E9B-9A15-B0B20CCCCB4C}" srcOrd="1" destOrd="0" presId="urn:microsoft.com/office/officeart/2005/8/layout/orgChart1"/>
    <dgm:cxn modelId="{A96E5975-8BE4-48F8-B491-0F36B821CC4D}" type="presParOf" srcId="{0F2A20A0-3FD2-4BB4-84EC-B95C9D7B93BF}" destId="{BAC194F5-EC93-4EE1-838E-B609E9930140}" srcOrd="1" destOrd="0" presId="urn:microsoft.com/office/officeart/2005/8/layout/orgChart1"/>
    <dgm:cxn modelId="{D66C1858-708E-4986-9E94-1335C275AB23}" type="presParOf" srcId="{0F2A20A0-3FD2-4BB4-84EC-B95C9D7B93BF}" destId="{6B4B858C-2079-484E-8842-0B0982896D6B}" srcOrd="2" destOrd="0" presId="urn:microsoft.com/office/officeart/2005/8/layout/orgChart1"/>
    <dgm:cxn modelId="{9E81ADDC-E975-46A8-98CB-473395D7F080}" type="presParOf" srcId="{2A8CDC89-07B6-40D4-BE2A-87CCA1204695}" destId="{D8B811B5-60F2-4140-9F9B-331EA9704882}" srcOrd="4" destOrd="0" presId="urn:microsoft.com/office/officeart/2005/8/layout/orgChart1"/>
    <dgm:cxn modelId="{50E35E35-75B6-437A-A899-7F181F500D65}" type="presParOf" srcId="{2A8CDC89-07B6-40D4-BE2A-87CCA1204695}" destId="{2C62AF11-CE25-422E-A534-5B369AB12C1D}" srcOrd="5" destOrd="0" presId="urn:microsoft.com/office/officeart/2005/8/layout/orgChart1"/>
    <dgm:cxn modelId="{261BB4CF-71EC-4A29-B0C9-30476BFC9BCF}" type="presParOf" srcId="{2C62AF11-CE25-422E-A534-5B369AB12C1D}" destId="{2572B3DB-D31C-492A-A4FD-386BBFAA7CDE}" srcOrd="0" destOrd="0" presId="urn:microsoft.com/office/officeart/2005/8/layout/orgChart1"/>
    <dgm:cxn modelId="{1453593A-A193-4F66-9B39-860591291D61}" type="presParOf" srcId="{2572B3DB-D31C-492A-A4FD-386BBFAA7CDE}" destId="{2BF2A0A3-5CA4-4426-95EA-B7BDC9CEA082}" srcOrd="0" destOrd="0" presId="urn:microsoft.com/office/officeart/2005/8/layout/orgChart1"/>
    <dgm:cxn modelId="{33854CF0-408E-41E3-801D-995A8D9B3D92}" type="presParOf" srcId="{2572B3DB-D31C-492A-A4FD-386BBFAA7CDE}" destId="{426D67EA-EA41-4CF1-817A-26E3378A04AC}" srcOrd="1" destOrd="0" presId="urn:microsoft.com/office/officeart/2005/8/layout/orgChart1"/>
    <dgm:cxn modelId="{7E05321A-F638-4678-A2FC-E514F7E19373}" type="presParOf" srcId="{2C62AF11-CE25-422E-A534-5B369AB12C1D}" destId="{2A1BA5A9-EC0D-43BD-BAB8-F3E9067D8C26}" srcOrd="1" destOrd="0" presId="urn:microsoft.com/office/officeart/2005/8/layout/orgChart1"/>
    <dgm:cxn modelId="{3A4B52D8-416F-4317-A20A-95F556FAF23C}" type="presParOf" srcId="{2C62AF11-CE25-422E-A534-5B369AB12C1D}" destId="{EAC160A5-7426-42DB-976A-37073874415C}" srcOrd="2" destOrd="0" presId="urn:microsoft.com/office/officeart/2005/8/layout/orgChart1"/>
    <dgm:cxn modelId="{75615D01-74DD-40D6-8E68-1E0C897B53BC}" type="presParOf" srcId="{2A8CDC89-07B6-40D4-BE2A-87CCA1204695}" destId="{C76CD716-63E3-4A96-B379-B439B875AD32}" srcOrd="6" destOrd="0" presId="urn:microsoft.com/office/officeart/2005/8/layout/orgChart1"/>
    <dgm:cxn modelId="{9177D930-7A8D-406A-B1F8-27A85D758993}" type="presParOf" srcId="{2A8CDC89-07B6-40D4-BE2A-87CCA1204695}" destId="{6DEF9AD8-54C5-47EE-86EF-63A18DC5A421}" srcOrd="7" destOrd="0" presId="urn:microsoft.com/office/officeart/2005/8/layout/orgChart1"/>
    <dgm:cxn modelId="{B0183047-9B1E-46A1-A8E8-3721F76E6A42}" type="presParOf" srcId="{6DEF9AD8-54C5-47EE-86EF-63A18DC5A421}" destId="{FCF34BE2-0621-403A-96CC-40638DEB3871}" srcOrd="0" destOrd="0" presId="urn:microsoft.com/office/officeart/2005/8/layout/orgChart1"/>
    <dgm:cxn modelId="{8F74B472-AD8C-42AE-B753-FDFDB2C794C2}" type="presParOf" srcId="{FCF34BE2-0621-403A-96CC-40638DEB3871}" destId="{E1DA1B00-C903-49FB-9BFF-0201176237A9}" srcOrd="0" destOrd="0" presId="urn:microsoft.com/office/officeart/2005/8/layout/orgChart1"/>
    <dgm:cxn modelId="{5E3C759B-0EFB-4C50-94D1-05738F64D6B5}" type="presParOf" srcId="{FCF34BE2-0621-403A-96CC-40638DEB3871}" destId="{44CFBBBC-1007-4D99-9D71-DF0C8562770B}" srcOrd="1" destOrd="0" presId="urn:microsoft.com/office/officeart/2005/8/layout/orgChart1"/>
    <dgm:cxn modelId="{31187979-3E97-4A56-BF12-D8225CC7B72B}" type="presParOf" srcId="{6DEF9AD8-54C5-47EE-86EF-63A18DC5A421}" destId="{6C26FF2D-E361-444B-92D3-829268616ED9}" srcOrd="1" destOrd="0" presId="urn:microsoft.com/office/officeart/2005/8/layout/orgChart1"/>
    <dgm:cxn modelId="{3541992D-E3EB-46D4-8AFD-344640036297}" type="presParOf" srcId="{6DEF9AD8-54C5-47EE-86EF-63A18DC5A421}" destId="{722DAB17-A71C-4F49-A237-37F3D05F5323}" srcOrd="2" destOrd="0" presId="urn:microsoft.com/office/officeart/2005/8/layout/orgChart1"/>
    <dgm:cxn modelId="{501FD901-9705-4C0B-A4D2-7E935C5C9781}" type="presParOf" srcId="{2A8CDC89-07B6-40D4-BE2A-87CCA1204695}" destId="{18E1CDF5-07E9-498D-97F2-B6B5099DC128}" srcOrd="8" destOrd="0" presId="urn:microsoft.com/office/officeart/2005/8/layout/orgChart1"/>
    <dgm:cxn modelId="{DC596C87-1F8C-4DE1-B114-D89A271506EB}" type="presParOf" srcId="{2A8CDC89-07B6-40D4-BE2A-87CCA1204695}" destId="{B297F4B2-2BA1-4098-BD63-A76E19CD0CF7}" srcOrd="9" destOrd="0" presId="urn:microsoft.com/office/officeart/2005/8/layout/orgChart1"/>
    <dgm:cxn modelId="{7B93A586-A7D8-4548-8DF9-33103927996C}" type="presParOf" srcId="{B297F4B2-2BA1-4098-BD63-A76E19CD0CF7}" destId="{A94DA1E9-7929-4E5C-AE5C-9CCA2CA11BE9}" srcOrd="0" destOrd="0" presId="urn:microsoft.com/office/officeart/2005/8/layout/orgChart1"/>
    <dgm:cxn modelId="{9AC4B041-C56D-4D0F-9530-5ACEBC2C76D0}" type="presParOf" srcId="{A94DA1E9-7929-4E5C-AE5C-9CCA2CA11BE9}" destId="{4A565A30-C5B2-450E-B6BE-08BC665FDF16}" srcOrd="0" destOrd="0" presId="urn:microsoft.com/office/officeart/2005/8/layout/orgChart1"/>
    <dgm:cxn modelId="{7E3C204C-DF97-4584-A0E8-AEFA7A32421E}" type="presParOf" srcId="{A94DA1E9-7929-4E5C-AE5C-9CCA2CA11BE9}" destId="{3AED0670-E66F-4620-9F8D-5021DB645A04}" srcOrd="1" destOrd="0" presId="urn:microsoft.com/office/officeart/2005/8/layout/orgChart1"/>
    <dgm:cxn modelId="{02E32E8F-1AA6-414C-9422-2DA94C31A737}" type="presParOf" srcId="{B297F4B2-2BA1-4098-BD63-A76E19CD0CF7}" destId="{06ECD590-28E8-4C5A-A366-8DBA970956A3}" srcOrd="1" destOrd="0" presId="urn:microsoft.com/office/officeart/2005/8/layout/orgChart1"/>
    <dgm:cxn modelId="{D4DD88B5-3019-43F5-8B5F-B69785935EA7}" type="presParOf" srcId="{B297F4B2-2BA1-4098-BD63-A76E19CD0CF7}" destId="{05005E04-5299-465E-AF0F-BDAA48E3F397}" srcOrd="2" destOrd="0" presId="urn:microsoft.com/office/officeart/2005/8/layout/orgChart1"/>
    <dgm:cxn modelId="{16495A43-DCAB-4814-8D33-E184382F9DE0}" type="presParOf" srcId="{2A8CDC89-07B6-40D4-BE2A-87CCA1204695}" destId="{AD5A7D16-6997-424D-A212-125FE738916D}" srcOrd="10" destOrd="0" presId="urn:microsoft.com/office/officeart/2005/8/layout/orgChart1"/>
    <dgm:cxn modelId="{CD4B7BA8-EF7E-45DF-8D94-C8A32ABE510C}" type="presParOf" srcId="{2A8CDC89-07B6-40D4-BE2A-87CCA1204695}" destId="{9C72E9DD-D2A0-4982-8740-75038990C287}" srcOrd="11" destOrd="0" presId="urn:microsoft.com/office/officeart/2005/8/layout/orgChart1"/>
    <dgm:cxn modelId="{B1BAEFB9-C765-44AA-BB19-315BF25B8E17}" type="presParOf" srcId="{9C72E9DD-D2A0-4982-8740-75038990C287}" destId="{32E71C71-1CAF-4CCC-9931-28F3C56E0D7D}" srcOrd="0" destOrd="0" presId="urn:microsoft.com/office/officeart/2005/8/layout/orgChart1"/>
    <dgm:cxn modelId="{11141628-B959-40FC-B934-C55F96E5D8D3}" type="presParOf" srcId="{32E71C71-1CAF-4CCC-9931-28F3C56E0D7D}" destId="{13A41534-37FA-4D12-AEE4-DA8F988BCE7C}" srcOrd="0" destOrd="0" presId="urn:microsoft.com/office/officeart/2005/8/layout/orgChart1"/>
    <dgm:cxn modelId="{58A84F70-5235-4BEE-91C3-57B32ECB3443}" type="presParOf" srcId="{32E71C71-1CAF-4CCC-9931-28F3C56E0D7D}" destId="{C9BAD133-0ECB-4EC6-A930-F548B2D13514}" srcOrd="1" destOrd="0" presId="urn:microsoft.com/office/officeart/2005/8/layout/orgChart1"/>
    <dgm:cxn modelId="{D9C9F0A7-969E-44FD-9F62-12B4870B64CA}" type="presParOf" srcId="{9C72E9DD-D2A0-4982-8740-75038990C287}" destId="{BEF75714-6994-49A3-B773-5A619D375D32}" srcOrd="1" destOrd="0" presId="urn:microsoft.com/office/officeart/2005/8/layout/orgChart1"/>
    <dgm:cxn modelId="{67334F80-311E-4651-8031-BC2C65DEEAC1}" type="presParOf" srcId="{9C72E9DD-D2A0-4982-8740-75038990C287}" destId="{AAF470B9-2434-42B9-BAF0-67C50A7D44C1}" srcOrd="2" destOrd="0" presId="urn:microsoft.com/office/officeart/2005/8/layout/orgChart1"/>
    <dgm:cxn modelId="{227ED688-D6C3-4FFA-8590-37F0A5F431E6}" type="presParOf" srcId="{5F9BDC70-0805-4FDF-AEE5-EADD5661407B}" destId="{10488D59-CE68-4E58-A740-6B55FE25F93A}" srcOrd="1" destOrd="0" presId="urn:microsoft.com/office/officeart/2005/8/layout/orgChart1"/>
    <dgm:cxn modelId="{7C2A4388-1F20-4E20-BE35-0FDD66116206}" type="presParOf" srcId="{10488D59-CE68-4E58-A740-6B55FE25F93A}" destId="{7BFB8FD9-05A1-4757-9751-FAF0969719A6}" srcOrd="0" destOrd="0" presId="urn:microsoft.com/office/officeart/2005/8/layout/orgChart1"/>
    <dgm:cxn modelId="{FE4895CD-8385-479B-8F59-AC5F6DCD6265}" type="presParOf" srcId="{7BFB8FD9-05A1-4757-9751-FAF0969719A6}" destId="{2E5ED4DD-E34D-468E-84D7-E295D3286498}" srcOrd="0" destOrd="0" presId="urn:microsoft.com/office/officeart/2005/8/layout/orgChart1"/>
    <dgm:cxn modelId="{A3E0B9A3-031E-44A9-B685-80094284612E}" type="presParOf" srcId="{7BFB8FD9-05A1-4757-9751-FAF0969719A6}" destId="{2468E93F-4269-4800-BB8E-D49713618DDD}" srcOrd="1" destOrd="0" presId="urn:microsoft.com/office/officeart/2005/8/layout/orgChart1"/>
    <dgm:cxn modelId="{217BBD40-C489-43BE-9585-9C277199C36E}" type="presParOf" srcId="{10488D59-CE68-4E58-A740-6B55FE25F93A}" destId="{E0F0B024-09A8-41D3-A9CD-1DA19EF4E54A}" srcOrd="1" destOrd="0" presId="urn:microsoft.com/office/officeart/2005/8/layout/orgChart1"/>
    <dgm:cxn modelId="{2D258F8A-4A63-4FA1-9AC5-4E06367CD12E}" type="presParOf" srcId="{10488D59-CE68-4E58-A740-6B55FE25F93A}" destId="{D57555A8-516D-4EDF-AE9D-F83F7E2E36AF}" srcOrd="2" destOrd="0" presId="urn:microsoft.com/office/officeart/2005/8/layout/orgChart1"/>
    <dgm:cxn modelId="{7F0D1767-8060-4397-9A2F-79BB44C622DD}" type="presParOf" srcId="{5F9BDC70-0805-4FDF-AEE5-EADD5661407B}" destId="{6AEFB5A6-2699-48FD-BDFD-E0C6D1C69D5B}" srcOrd="2" destOrd="0" presId="urn:microsoft.com/office/officeart/2005/8/layout/orgChart1"/>
    <dgm:cxn modelId="{D2DA039A-6131-4B52-8463-DE6865AF65E8}" type="presParOf" srcId="{6AEFB5A6-2699-48FD-BDFD-E0C6D1C69D5B}" destId="{53C1A10B-A408-4D4E-9042-57C5BD77B438}" srcOrd="0" destOrd="0" presId="urn:microsoft.com/office/officeart/2005/8/layout/orgChart1"/>
    <dgm:cxn modelId="{1F2DD75B-A9A9-4B9C-9492-8BE0FACB3E76}" type="presParOf" srcId="{53C1A10B-A408-4D4E-9042-57C5BD77B438}" destId="{3BE8D01E-06BE-4CA6-93CC-959D2CD4DF90}" srcOrd="0" destOrd="0" presId="urn:microsoft.com/office/officeart/2005/8/layout/orgChart1"/>
    <dgm:cxn modelId="{5A8F1F9A-D2FF-4E70-BF0B-5635652F733C}" type="presParOf" srcId="{53C1A10B-A408-4D4E-9042-57C5BD77B438}" destId="{5E8D35C5-F70F-458D-A64D-85AF5571B7C4}" srcOrd="1" destOrd="0" presId="urn:microsoft.com/office/officeart/2005/8/layout/orgChart1"/>
    <dgm:cxn modelId="{BEFC7BC5-3E3A-4144-B22B-40E0F4929239}" type="presParOf" srcId="{6AEFB5A6-2699-48FD-BDFD-E0C6D1C69D5B}" destId="{49048064-8F2D-48F5-ADD3-67851890048C}" srcOrd="1" destOrd="0" presId="urn:microsoft.com/office/officeart/2005/8/layout/orgChart1"/>
    <dgm:cxn modelId="{02E4623C-C6C7-400E-979B-5E088A0951BD}" type="presParOf" srcId="{6AEFB5A6-2699-48FD-BDFD-E0C6D1C69D5B}" destId="{728466B1-A600-416D-B17E-8C8C5914B1ED}" srcOrd="2" destOrd="0" presId="urn:microsoft.com/office/officeart/2005/8/layout/orgChart1"/>
    <dgm:cxn modelId="{7B549FE2-F12E-4E80-911A-E1AEF0712B01}" type="presParOf" srcId="{5F9BDC70-0805-4FDF-AEE5-EADD5661407B}" destId="{295FA2FA-E495-450B-8F8A-4980B6A48DD9}" srcOrd="3" destOrd="0" presId="urn:microsoft.com/office/officeart/2005/8/layout/orgChart1"/>
    <dgm:cxn modelId="{6639C09C-6209-4C9B-901C-7A1E5B7C00F8}" type="presParOf" srcId="{295FA2FA-E495-450B-8F8A-4980B6A48DD9}" destId="{22B1718F-66BD-4533-A1DD-F003330BF0B6}" srcOrd="0" destOrd="0" presId="urn:microsoft.com/office/officeart/2005/8/layout/orgChart1"/>
    <dgm:cxn modelId="{42DCB2E5-7122-4639-82C5-2D088E4F2CA5}" type="presParOf" srcId="{22B1718F-66BD-4533-A1DD-F003330BF0B6}" destId="{1140682B-42F4-4503-B4EC-23640BB2FB92}" srcOrd="0" destOrd="0" presId="urn:microsoft.com/office/officeart/2005/8/layout/orgChart1"/>
    <dgm:cxn modelId="{1666C397-F034-4A67-A95E-43CAED28C03B}" type="presParOf" srcId="{22B1718F-66BD-4533-A1DD-F003330BF0B6}" destId="{9BF76C09-5204-419F-BE5D-AF6BC24F49F9}" srcOrd="1" destOrd="0" presId="urn:microsoft.com/office/officeart/2005/8/layout/orgChart1"/>
    <dgm:cxn modelId="{E4D618FF-B726-4B67-BAB0-A6A5FBC6ADC1}" type="presParOf" srcId="{295FA2FA-E495-450B-8F8A-4980B6A48DD9}" destId="{FA0C1F26-57BA-4EFE-AC79-D4594802FEE6}" srcOrd="1" destOrd="0" presId="urn:microsoft.com/office/officeart/2005/8/layout/orgChart1"/>
    <dgm:cxn modelId="{85B28954-2710-45B3-8362-89A9F54742C1}" type="presParOf" srcId="{295FA2FA-E495-450B-8F8A-4980B6A48DD9}" destId="{11D6BDBE-7E52-4436-8E44-B7B9E06A3451}" srcOrd="2" destOrd="0" presId="urn:microsoft.com/office/officeart/2005/8/layout/orgChart1"/>
    <dgm:cxn modelId="{FF0136AD-3183-41C6-A750-50BDBB569AE6}" type="presParOf" srcId="{5F9BDC70-0805-4FDF-AEE5-EADD5661407B}" destId="{5689318A-6BDE-4E81-811A-AEC71245E395}" srcOrd="4" destOrd="0" presId="urn:microsoft.com/office/officeart/2005/8/layout/orgChart1"/>
    <dgm:cxn modelId="{BF1B2A14-4485-499B-92A8-4EDC78FC59CE}" type="presParOf" srcId="{5689318A-6BDE-4E81-811A-AEC71245E395}" destId="{3D13257F-2214-4014-AD00-599F62893E28}" srcOrd="0" destOrd="0" presId="urn:microsoft.com/office/officeart/2005/8/layout/orgChart1"/>
    <dgm:cxn modelId="{602C663D-105E-4EA3-AFF0-D878F89CF8A7}" type="presParOf" srcId="{3D13257F-2214-4014-AD00-599F62893E28}" destId="{A77276EB-CB29-47F3-878C-2E7E254181E9}" srcOrd="0" destOrd="0" presId="urn:microsoft.com/office/officeart/2005/8/layout/orgChart1"/>
    <dgm:cxn modelId="{F6B9DABB-2682-4D92-9443-4A4591CE1B58}" type="presParOf" srcId="{3D13257F-2214-4014-AD00-599F62893E28}" destId="{0EC3447A-93D2-4533-8F9B-7156151394E3}" srcOrd="1" destOrd="0" presId="urn:microsoft.com/office/officeart/2005/8/layout/orgChart1"/>
    <dgm:cxn modelId="{649F1D70-87B3-4EDC-B781-EF63FECC828F}" type="presParOf" srcId="{5689318A-6BDE-4E81-811A-AEC71245E395}" destId="{B90F541A-CDC1-481B-9260-EC91229A21A5}" srcOrd="1" destOrd="0" presId="urn:microsoft.com/office/officeart/2005/8/layout/orgChart1"/>
    <dgm:cxn modelId="{952AD843-64E2-4AB7-8758-5A586AEBFEA0}" type="presParOf" srcId="{5689318A-6BDE-4E81-811A-AEC71245E395}" destId="{EC9D2AAF-4921-4BF9-BB3A-1C7ED6792FA7}" srcOrd="2" destOrd="0" presId="urn:microsoft.com/office/officeart/2005/8/layout/orgChart1"/>
    <dgm:cxn modelId="{7A7C44E2-4817-4C36-AE34-E6FC7898B258}" type="presParOf" srcId="{5F9BDC70-0805-4FDF-AEE5-EADD5661407B}" destId="{DE3B8554-ACA0-420B-BCD0-F463080FBA4F}" srcOrd="5" destOrd="0" presId="urn:microsoft.com/office/officeart/2005/8/layout/orgChart1"/>
    <dgm:cxn modelId="{0C77A9D1-D0A3-40C4-92E3-C09017BB57AC}" type="presParOf" srcId="{DE3B8554-ACA0-420B-BCD0-F463080FBA4F}" destId="{E44A89D9-7ADB-4485-A409-8E0AADFD81E5}" srcOrd="0" destOrd="0" presId="urn:microsoft.com/office/officeart/2005/8/layout/orgChart1"/>
    <dgm:cxn modelId="{7DD66090-1159-4BE2-8325-E0F719B387EC}" type="presParOf" srcId="{E44A89D9-7ADB-4485-A409-8E0AADFD81E5}" destId="{84F69A5F-43F5-4BAA-93F4-99BBB985FE5C}" srcOrd="0" destOrd="0" presId="urn:microsoft.com/office/officeart/2005/8/layout/orgChart1"/>
    <dgm:cxn modelId="{7E7CDB3B-1798-46A7-883B-F906D70BCDCA}" type="presParOf" srcId="{E44A89D9-7ADB-4485-A409-8E0AADFD81E5}" destId="{69A3ABAF-534C-496F-A3C8-FC8EFAE9B29D}" srcOrd="1" destOrd="0" presId="urn:microsoft.com/office/officeart/2005/8/layout/orgChart1"/>
    <dgm:cxn modelId="{A02572E2-8A9A-4497-B87F-D2A7691EACE2}" type="presParOf" srcId="{DE3B8554-ACA0-420B-BCD0-F463080FBA4F}" destId="{DD95591E-9011-4F8C-BAFA-1CC41DF4C302}" srcOrd="1" destOrd="0" presId="urn:microsoft.com/office/officeart/2005/8/layout/orgChart1"/>
    <dgm:cxn modelId="{BE08E0ED-23DB-49CA-B650-72A8EDB29170}" type="presParOf" srcId="{DE3B8554-ACA0-420B-BCD0-F463080FBA4F}" destId="{0EB375C7-3EF3-4D58-A705-C43C2C27D13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A7D16-6997-424D-A212-125FE738916D}">
      <dsp:nvSpPr>
        <dsp:cNvPr id="0" name=""/>
        <dsp:cNvSpPr/>
      </dsp:nvSpPr>
      <dsp:spPr>
        <a:xfrm>
          <a:off x="5089267" y="1069291"/>
          <a:ext cx="91440" cy="1648754"/>
        </a:xfrm>
        <a:custGeom>
          <a:avLst/>
          <a:gdLst/>
          <a:ahLst/>
          <a:cxnLst/>
          <a:rect l="0" t="0" r="0" b="0"/>
          <a:pathLst>
            <a:path>
              <a:moveTo>
                <a:pt x="134926" y="0"/>
              </a:moveTo>
              <a:lnTo>
                <a:pt x="134926" y="1648754"/>
              </a:lnTo>
              <a:lnTo>
                <a:pt x="45720" y="16487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1CDF5-07E9-498D-97F2-B6B5099DC128}">
      <dsp:nvSpPr>
        <dsp:cNvPr id="0" name=""/>
        <dsp:cNvSpPr/>
      </dsp:nvSpPr>
      <dsp:spPr>
        <a:xfrm>
          <a:off x="5224193" y="1069291"/>
          <a:ext cx="160281" cy="16495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9565"/>
              </a:lnTo>
              <a:lnTo>
                <a:pt x="160281" y="164956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CD716-63E3-4A96-B379-B439B875AD32}">
      <dsp:nvSpPr>
        <dsp:cNvPr id="0" name=""/>
        <dsp:cNvSpPr/>
      </dsp:nvSpPr>
      <dsp:spPr>
        <a:xfrm>
          <a:off x="5098122" y="1069291"/>
          <a:ext cx="91440" cy="1050933"/>
        </a:xfrm>
        <a:custGeom>
          <a:avLst/>
          <a:gdLst/>
          <a:ahLst/>
          <a:cxnLst/>
          <a:rect l="0" t="0" r="0" b="0"/>
          <a:pathLst>
            <a:path>
              <a:moveTo>
                <a:pt x="126071" y="0"/>
              </a:moveTo>
              <a:lnTo>
                <a:pt x="126071" y="1050933"/>
              </a:lnTo>
              <a:lnTo>
                <a:pt x="45720" y="10509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B811B5-60F2-4140-9F9B-331EA9704882}">
      <dsp:nvSpPr>
        <dsp:cNvPr id="0" name=""/>
        <dsp:cNvSpPr/>
      </dsp:nvSpPr>
      <dsp:spPr>
        <a:xfrm>
          <a:off x="5224193" y="1069291"/>
          <a:ext cx="157601" cy="1043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3830"/>
              </a:lnTo>
              <a:lnTo>
                <a:pt x="157601" y="104383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C8BC79-3A38-4793-A571-EE7747DD6C3E}">
      <dsp:nvSpPr>
        <dsp:cNvPr id="0" name=""/>
        <dsp:cNvSpPr/>
      </dsp:nvSpPr>
      <dsp:spPr>
        <a:xfrm>
          <a:off x="5224193" y="1069291"/>
          <a:ext cx="153774" cy="412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287"/>
              </a:lnTo>
              <a:lnTo>
                <a:pt x="153774" y="412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9925DA-57E9-4757-851A-50D119849429}">
      <dsp:nvSpPr>
        <dsp:cNvPr id="0" name=""/>
        <dsp:cNvSpPr/>
      </dsp:nvSpPr>
      <dsp:spPr>
        <a:xfrm>
          <a:off x="5130084" y="1069291"/>
          <a:ext cx="94109" cy="412287"/>
        </a:xfrm>
        <a:custGeom>
          <a:avLst/>
          <a:gdLst/>
          <a:ahLst/>
          <a:cxnLst/>
          <a:rect l="0" t="0" r="0" b="0"/>
          <a:pathLst>
            <a:path>
              <a:moveTo>
                <a:pt x="94109" y="0"/>
              </a:moveTo>
              <a:lnTo>
                <a:pt x="94109" y="412287"/>
              </a:lnTo>
              <a:lnTo>
                <a:pt x="0" y="412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4B59C1-340A-489E-AD7D-B5BE84725A11}">
      <dsp:nvSpPr>
        <dsp:cNvPr id="0" name=""/>
        <dsp:cNvSpPr/>
      </dsp:nvSpPr>
      <dsp:spPr>
        <a:xfrm>
          <a:off x="5224193" y="1069291"/>
          <a:ext cx="3303245" cy="2097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3178"/>
              </a:lnTo>
              <a:lnTo>
                <a:pt x="3303245" y="2003178"/>
              </a:lnTo>
              <a:lnTo>
                <a:pt x="3303245" y="2097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D64BF-E231-481D-8B9C-17DE040D4B33}">
      <dsp:nvSpPr>
        <dsp:cNvPr id="0" name=""/>
        <dsp:cNvSpPr/>
      </dsp:nvSpPr>
      <dsp:spPr>
        <a:xfrm>
          <a:off x="5224193" y="1069291"/>
          <a:ext cx="1663435" cy="2097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3178"/>
              </a:lnTo>
              <a:lnTo>
                <a:pt x="1663435" y="2003178"/>
              </a:lnTo>
              <a:lnTo>
                <a:pt x="1663435" y="2097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5FB66-32D9-44B7-B199-0AAFD108B2AD}">
      <dsp:nvSpPr>
        <dsp:cNvPr id="0" name=""/>
        <dsp:cNvSpPr/>
      </dsp:nvSpPr>
      <dsp:spPr>
        <a:xfrm>
          <a:off x="5224193" y="1069291"/>
          <a:ext cx="301283" cy="2097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3178"/>
              </a:lnTo>
              <a:lnTo>
                <a:pt x="301283" y="2003178"/>
              </a:lnTo>
              <a:lnTo>
                <a:pt x="301283" y="2097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A74CF-390C-499D-B180-2BB3D556E500}">
      <dsp:nvSpPr>
        <dsp:cNvPr id="0" name=""/>
        <dsp:cNvSpPr/>
      </dsp:nvSpPr>
      <dsp:spPr>
        <a:xfrm>
          <a:off x="4440982" y="1069291"/>
          <a:ext cx="783211" cy="2097287"/>
        </a:xfrm>
        <a:custGeom>
          <a:avLst/>
          <a:gdLst/>
          <a:ahLst/>
          <a:cxnLst/>
          <a:rect l="0" t="0" r="0" b="0"/>
          <a:pathLst>
            <a:path>
              <a:moveTo>
                <a:pt x="783211" y="0"/>
              </a:moveTo>
              <a:lnTo>
                <a:pt x="783211" y="2003178"/>
              </a:lnTo>
              <a:lnTo>
                <a:pt x="0" y="2003178"/>
              </a:lnTo>
              <a:lnTo>
                <a:pt x="0" y="2097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9746C9-CC09-417E-83A5-BC89479B01A0}">
      <dsp:nvSpPr>
        <dsp:cNvPr id="0" name=""/>
        <dsp:cNvSpPr/>
      </dsp:nvSpPr>
      <dsp:spPr>
        <a:xfrm>
          <a:off x="3152360" y="1069291"/>
          <a:ext cx="2071832" cy="2097287"/>
        </a:xfrm>
        <a:custGeom>
          <a:avLst/>
          <a:gdLst/>
          <a:ahLst/>
          <a:cxnLst/>
          <a:rect l="0" t="0" r="0" b="0"/>
          <a:pathLst>
            <a:path>
              <a:moveTo>
                <a:pt x="2071832" y="0"/>
              </a:moveTo>
              <a:lnTo>
                <a:pt x="2071832" y="2003178"/>
              </a:lnTo>
              <a:lnTo>
                <a:pt x="0" y="2003178"/>
              </a:lnTo>
              <a:lnTo>
                <a:pt x="0" y="2097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30FCE0-F114-474E-8BB5-13014CCC6549}">
      <dsp:nvSpPr>
        <dsp:cNvPr id="0" name=""/>
        <dsp:cNvSpPr/>
      </dsp:nvSpPr>
      <dsp:spPr>
        <a:xfrm>
          <a:off x="1753514" y="1069291"/>
          <a:ext cx="3470678" cy="2097287"/>
        </a:xfrm>
        <a:custGeom>
          <a:avLst/>
          <a:gdLst/>
          <a:ahLst/>
          <a:cxnLst/>
          <a:rect l="0" t="0" r="0" b="0"/>
          <a:pathLst>
            <a:path>
              <a:moveTo>
                <a:pt x="3470678" y="0"/>
              </a:moveTo>
              <a:lnTo>
                <a:pt x="3470678" y="2003178"/>
              </a:lnTo>
              <a:lnTo>
                <a:pt x="0" y="2003178"/>
              </a:lnTo>
              <a:lnTo>
                <a:pt x="0" y="20972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D13F7B-E356-4321-9D9C-F8AF80DDDE60}">
      <dsp:nvSpPr>
        <dsp:cNvPr id="0" name=""/>
        <dsp:cNvSpPr/>
      </dsp:nvSpPr>
      <dsp:spPr>
        <a:xfrm>
          <a:off x="4776055" y="621152"/>
          <a:ext cx="896276" cy="448138"/>
        </a:xfrm>
        <a:prstGeom prst="rect">
          <a:avLst/>
        </a:prstGeom>
        <a:blipFill rotWithShape="0">
          <a:blip xmlns:r="http://schemas.openxmlformats.org/officeDocument/2006/relationships" r:embed="rId1"/>
          <a:srcRect/>
          <a:stretch>
            <a:fillRect l="-2130000" r="-213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Project Manager 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R. Mack</a:t>
          </a:r>
        </a:p>
      </dsp:txBody>
      <dsp:txXfrm>
        <a:off x="4776055" y="621152"/>
        <a:ext cx="896276" cy="448138"/>
      </dsp:txXfrm>
    </dsp:sp>
    <dsp:sp modelId="{5405C3AE-2041-4014-A237-A382AB7C45F5}">
      <dsp:nvSpPr>
        <dsp:cNvPr id="0" name=""/>
        <dsp:cNvSpPr/>
      </dsp:nvSpPr>
      <dsp:spPr>
        <a:xfrm>
          <a:off x="1195152" y="3166578"/>
          <a:ext cx="1116724" cy="452413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MV </a:t>
          </a:r>
          <a:r>
            <a:rPr lang="es-AR" sz="700" kern="1200" dirty="0" err="1"/>
            <a:t>Unigear</a:t>
          </a:r>
          <a:r>
            <a:rPr lang="es-AR" sz="700" kern="1200" dirty="0"/>
            <a:t> (BRELE)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PM: TBD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TL: TBD</a:t>
          </a:r>
        </a:p>
      </dsp:txBody>
      <dsp:txXfrm>
        <a:off x="1195152" y="3166578"/>
        <a:ext cx="1116724" cy="452413"/>
      </dsp:txXfrm>
    </dsp:sp>
    <dsp:sp modelId="{E357433A-0A33-4996-8379-ED874C54B5ED}">
      <dsp:nvSpPr>
        <dsp:cNvPr id="0" name=""/>
        <dsp:cNvSpPr/>
      </dsp:nvSpPr>
      <dsp:spPr>
        <a:xfrm>
          <a:off x="2500095" y="3166578"/>
          <a:ext cx="1304530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LVS MNS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PM: Robson Rodrigues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TL: Paulo Souza</a:t>
          </a:r>
          <a:endParaRPr lang="en-US" sz="700" kern="1200" dirty="0"/>
        </a:p>
      </dsp:txBody>
      <dsp:txXfrm>
        <a:off x="2500095" y="3166578"/>
        <a:ext cx="1304530" cy="448138"/>
      </dsp:txXfrm>
    </dsp:sp>
    <dsp:sp modelId="{99FF293C-5942-42EA-BCE8-A9DB747BA72A}">
      <dsp:nvSpPr>
        <dsp:cNvPr id="0" name=""/>
        <dsp:cNvSpPr/>
      </dsp:nvSpPr>
      <dsp:spPr>
        <a:xfrm>
          <a:off x="3992843" y="3166578"/>
          <a:ext cx="896276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 err="1"/>
            <a:t>BusBars</a:t>
          </a:r>
          <a:r>
            <a:rPr lang="es-AR" sz="700" kern="1200" dirty="0"/>
            <a:t> EAE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3er </a:t>
          </a:r>
          <a:r>
            <a:rPr lang="es-AR" sz="700" kern="1200" dirty="0" err="1"/>
            <a:t>Party</a:t>
          </a:r>
          <a:endParaRPr lang="en-US" sz="700" kern="1200" dirty="0"/>
        </a:p>
      </dsp:txBody>
      <dsp:txXfrm>
        <a:off x="3992843" y="3166578"/>
        <a:ext cx="896276" cy="448138"/>
      </dsp:txXfrm>
    </dsp:sp>
    <dsp:sp modelId="{12D63895-328C-4C58-83E4-E34FAE268976}">
      <dsp:nvSpPr>
        <dsp:cNvPr id="0" name=""/>
        <dsp:cNvSpPr/>
      </dsp:nvSpPr>
      <dsp:spPr>
        <a:xfrm>
          <a:off x="5077338" y="3166578"/>
          <a:ext cx="896276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Tableros Auxiliares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3er </a:t>
          </a:r>
          <a:r>
            <a:rPr lang="es-AR" sz="700" kern="1200" dirty="0" err="1"/>
            <a:t>Party</a:t>
          </a:r>
          <a:endParaRPr lang="en-US" sz="700" kern="1200" dirty="0"/>
        </a:p>
      </dsp:txBody>
      <dsp:txXfrm>
        <a:off x="5077338" y="3166578"/>
        <a:ext cx="896276" cy="448138"/>
      </dsp:txXfrm>
    </dsp:sp>
    <dsp:sp modelId="{3925C7E0-72B5-455C-AA41-772B6B3793AB}">
      <dsp:nvSpPr>
        <dsp:cNvPr id="0" name=""/>
        <dsp:cNvSpPr/>
      </dsp:nvSpPr>
      <dsp:spPr>
        <a:xfrm>
          <a:off x="6161833" y="3166578"/>
          <a:ext cx="1451591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E-House (and </a:t>
          </a:r>
          <a:r>
            <a:rPr lang="es-AR" sz="700" kern="1200" dirty="0" err="1"/>
            <a:t>Integration</a:t>
          </a:r>
          <a:r>
            <a:rPr lang="es-AR" sz="700" kern="1200" dirty="0"/>
            <a:t>)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3er </a:t>
          </a:r>
          <a:r>
            <a:rPr lang="es-AR" sz="700" kern="1200" dirty="0" err="1"/>
            <a:t>Party</a:t>
          </a:r>
          <a:endParaRPr lang="en-US" sz="700" kern="1200" dirty="0"/>
        </a:p>
      </dsp:txBody>
      <dsp:txXfrm>
        <a:off x="6161833" y="3166578"/>
        <a:ext cx="1451591" cy="448138"/>
      </dsp:txXfrm>
    </dsp:sp>
    <dsp:sp modelId="{CFB60792-FC2F-4272-AC18-5405799A63F9}">
      <dsp:nvSpPr>
        <dsp:cNvPr id="0" name=""/>
        <dsp:cNvSpPr/>
      </dsp:nvSpPr>
      <dsp:spPr>
        <a:xfrm>
          <a:off x="7801642" y="3166578"/>
          <a:ext cx="1451591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UPS y Sistema CC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3er </a:t>
          </a:r>
          <a:r>
            <a:rPr lang="es-AR" sz="700" kern="1200" dirty="0" err="1"/>
            <a:t>Party</a:t>
          </a:r>
          <a:endParaRPr lang="en-US" sz="700" kern="1200" dirty="0"/>
        </a:p>
      </dsp:txBody>
      <dsp:txXfrm>
        <a:off x="7801642" y="3166578"/>
        <a:ext cx="1451591" cy="448138"/>
      </dsp:txXfrm>
    </dsp:sp>
    <dsp:sp modelId="{53C2F270-E737-433E-894B-384C2758F75E}">
      <dsp:nvSpPr>
        <dsp:cNvPr id="0" name=""/>
        <dsp:cNvSpPr/>
      </dsp:nvSpPr>
      <dsp:spPr>
        <a:xfrm>
          <a:off x="4178167" y="1257509"/>
          <a:ext cx="951917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 err="1"/>
            <a:t>Technical</a:t>
          </a:r>
          <a:r>
            <a:rPr lang="es-AR" sz="700" kern="1200" dirty="0"/>
            <a:t> Leader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G. Pantolini</a:t>
          </a:r>
          <a:endParaRPr lang="en-US" sz="700" kern="1200" dirty="0"/>
        </a:p>
      </dsp:txBody>
      <dsp:txXfrm>
        <a:off x="4178167" y="1257509"/>
        <a:ext cx="951917" cy="448138"/>
      </dsp:txXfrm>
    </dsp:sp>
    <dsp:sp modelId="{21B1D269-7DE2-4D8D-B3F5-C8BA0537D4E8}">
      <dsp:nvSpPr>
        <dsp:cNvPr id="0" name=""/>
        <dsp:cNvSpPr/>
      </dsp:nvSpPr>
      <dsp:spPr>
        <a:xfrm>
          <a:off x="5377967" y="1257509"/>
          <a:ext cx="896276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Project </a:t>
          </a:r>
          <a:r>
            <a:rPr lang="es-AR" sz="700" kern="1200" dirty="0" err="1"/>
            <a:t>Controller</a:t>
          </a:r>
          <a:r>
            <a:rPr lang="es-AR" sz="700" kern="1200" dirty="0"/>
            <a:t> Global EL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B. Mattiuzzi</a:t>
          </a:r>
          <a:endParaRPr lang="en-US" sz="700" kern="1200" dirty="0"/>
        </a:p>
      </dsp:txBody>
      <dsp:txXfrm>
        <a:off x="5377967" y="1257509"/>
        <a:ext cx="896276" cy="448138"/>
      </dsp:txXfrm>
    </dsp:sp>
    <dsp:sp modelId="{2BF2A0A3-5CA4-4426-95EA-B7BDC9CEA082}">
      <dsp:nvSpPr>
        <dsp:cNvPr id="0" name=""/>
        <dsp:cNvSpPr/>
      </dsp:nvSpPr>
      <dsp:spPr>
        <a:xfrm>
          <a:off x="5381794" y="1889052"/>
          <a:ext cx="896276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SCM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F. </a:t>
          </a:r>
          <a:r>
            <a:rPr lang="es-AR" sz="700" kern="1200" dirty="0" err="1"/>
            <a:t>Lanaro</a:t>
          </a:r>
          <a:r>
            <a:rPr lang="es-AR" sz="700" kern="1200" dirty="0"/>
            <a:t> </a:t>
          </a:r>
          <a:endParaRPr lang="en-US" sz="700" kern="1200" dirty="0"/>
        </a:p>
      </dsp:txBody>
      <dsp:txXfrm>
        <a:off x="5381794" y="1889052"/>
        <a:ext cx="896276" cy="448138"/>
      </dsp:txXfrm>
    </dsp:sp>
    <dsp:sp modelId="{E1DA1B00-C903-49FB-9BFF-0201176237A9}">
      <dsp:nvSpPr>
        <dsp:cNvPr id="0" name=""/>
        <dsp:cNvSpPr/>
      </dsp:nvSpPr>
      <dsp:spPr>
        <a:xfrm>
          <a:off x="4191422" y="1896155"/>
          <a:ext cx="952419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 dirty="0"/>
            <a:t>Project Engineer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kern="1200" dirty="0"/>
            <a:t>J. Palma</a:t>
          </a:r>
          <a:endParaRPr lang="en-US" sz="700" kern="1200" dirty="0"/>
        </a:p>
      </dsp:txBody>
      <dsp:txXfrm>
        <a:off x="4191422" y="1896155"/>
        <a:ext cx="952419" cy="448138"/>
      </dsp:txXfrm>
    </dsp:sp>
    <dsp:sp modelId="{4A565A30-C5B2-450E-B6BE-08BC665FDF16}">
      <dsp:nvSpPr>
        <dsp:cNvPr id="0" name=""/>
        <dsp:cNvSpPr/>
      </dsp:nvSpPr>
      <dsp:spPr>
        <a:xfrm>
          <a:off x="5384474" y="2494787"/>
          <a:ext cx="896276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HSE Global EL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M. Maidana</a:t>
          </a:r>
          <a:endParaRPr lang="en-US" sz="700" kern="1200" dirty="0"/>
        </a:p>
      </dsp:txBody>
      <dsp:txXfrm>
        <a:off x="5384474" y="2494787"/>
        <a:ext cx="896276" cy="448138"/>
      </dsp:txXfrm>
    </dsp:sp>
    <dsp:sp modelId="{13A41534-37FA-4D12-AEE4-DA8F988BCE7C}">
      <dsp:nvSpPr>
        <dsp:cNvPr id="0" name=""/>
        <dsp:cNvSpPr/>
      </dsp:nvSpPr>
      <dsp:spPr>
        <a:xfrm>
          <a:off x="4174277" y="2493976"/>
          <a:ext cx="960709" cy="448138"/>
        </a:xfrm>
        <a:prstGeom prst="rect">
          <a:avLst/>
        </a:prstGeom>
        <a:solidFill>
          <a:srgbClr val="6E6E6E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Comex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Johanna Tronchet</a:t>
          </a:r>
        </a:p>
      </dsp:txBody>
      <dsp:txXfrm>
        <a:off x="4174277" y="2493976"/>
        <a:ext cx="960709" cy="448138"/>
      </dsp:txXfrm>
    </dsp:sp>
    <dsp:sp modelId="{2E5ED4DD-E34D-468E-84D7-E295D3286498}">
      <dsp:nvSpPr>
        <dsp:cNvPr id="0" name=""/>
        <dsp:cNvSpPr/>
      </dsp:nvSpPr>
      <dsp:spPr>
        <a:xfrm>
          <a:off x="2282864" y="1630893"/>
          <a:ext cx="1022857" cy="416894"/>
        </a:xfrm>
        <a:prstGeom prst="rect">
          <a:avLst/>
        </a:prstGeom>
        <a:solidFill>
          <a:srgbClr val="007A3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1st </a:t>
          </a:r>
          <a:r>
            <a:rPr lang="es-AR" sz="700" kern="1200" dirty="0" err="1"/>
            <a:t>Escalation</a:t>
          </a:r>
          <a:endParaRPr lang="es-AR" sz="700" kern="1200" dirty="0"/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M. Puga</a:t>
          </a:r>
        </a:p>
      </dsp:txBody>
      <dsp:txXfrm>
        <a:off x="2282864" y="1630893"/>
        <a:ext cx="1022857" cy="416894"/>
      </dsp:txXfrm>
    </dsp:sp>
    <dsp:sp modelId="{3BE8D01E-06BE-4CA6-93CC-959D2CD4DF90}">
      <dsp:nvSpPr>
        <dsp:cNvPr id="0" name=""/>
        <dsp:cNvSpPr/>
      </dsp:nvSpPr>
      <dsp:spPr>
        <a:xfrm>
          <a:off x="2277881" y="1137134"/>
          <a:ext cx="1027482" cy="423123"/>
        </a:xfrm>
        <a:prstGeom prst="rect">
          <a:avLst/>
        </a:prstGeom>
        <a:solidFill>
          <a:srgbClr val="007A3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2nd </a:t>
          </a:r>
          <a:r>
            <a:rPr lang="es-AR" sz="700" kern="1200" dirty="0" err="1"/>
            <a:t>Escalation</a:t>
          </a:r>
          <a:endParaRPr lang="es-AR" sz="700" kern="1200" dirty="0"/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U. Rust</a:t>
          </a:r>
        </a:p>
      </dsp:txBody>
      <dsp:txXfrm>
        <a:off x="2277881" y="1137134"/>
        <a:ext cx="1027482" cy="423123"/>
      </dsp:txXfrm>
    </dsp:sp>
    <dsp:sp modelId="{1140682B-42F4-4503-B4EC-23640BB2FB92}">
      <dsp:nvSpPr>
        <dsp:cNvPr id="0" name=""/>
        <dsp:cNvSpPr/>
      </dsp:nvSpPr>
      <dsp:spPr>
        <a:xfrm>
          <a:off x="2277030" y="660898"/>
          <a:ext cx="1023933" cy="414922"/>
        </a:xfrm>
        <a:prstGeom prst="rect">
          <a:avLst/>
        </a:prstGeom>
        <a:solidFill>
          <a:srgbClr val="007A3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3rd </a:t>
          </a:r>
          <a:r>
            <a:rPr lang="es-AR" sz="700" kern="1200" dirty="0" err="1"/>
            <a:t>Escalation</a:t>
          </a:r>
          <a:endParaRPr lang="es-AR" sz="700" kern="1200" dirty="0"/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J. Cabañas</a:t>
          </a:r>
        </a:p>
      </dsp:txBody>
      <dsp:txXfrm>
        <a:off x="2277030" y="660898"/>
        <a:ext cx="1023933" cy="414922"/>
      </dsp:txXfrm>
    </dsp:sp>
    <dsp:sp modelId="{A77276EB-CB29-47F3-878C-2E7E254181E9}">
      <dsp:nvSpPr>
        <dsp:cNvPr id="0" name=""/>
        <dsp:cNvSpPr/>
      </dsp:nvSpPr>
      <dsp:spPr>
        <a:xfrm>
          <a:off x="6599189" y="616958"/>
          <a:ext cx="937146" cy="4481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 err="1"/>
            <a:t>VBFs</a:t>
          </a:r>
          <a:r>
            <a:rPr lang="es-AR" sz="700" kern="1200" dirty="0"/>
            <a:t> AR MO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/>
            <a:t>D. Breglia</a:t>
          </a:r>
          <a:endParaRPr lang="en-US" sz="700" kern="1200" dirty="0"/>
        </a:p>
      </dsp:txBody>
      <dsp:txXfrm>
        <a:off x="6599189" y="616958"/>
        <a:ext cx="937146" cy="448138"/>
      </dsp:txXfrm>
    </dsp:sp>
    <dsp:sp modelId="{84F69A5F-43F5-4BAA-93F4-99BBB985FE5C}">
      <dsp:nvSpPr>
        <dsp:cNvPr id="0" name=""/>
        <dsp:cNvSpPr/>
      </dsp:nvSpPr>
      <dsp:spPr>
        <a:xfrm>
          <a:off x="6609612" y="1272114"/>
          <a:ext cx="896276" cy="448138"/>
        </a:xfrm>
        <a:prstGeom prst="rect">
          <a:avLst/>
        </a:prstGeom>
        <a:solidFill>
          <a:srgbClr val="007A33"/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700" kern="1200" dirty="0" err="1"/>
            <a:t>Controller</a:t>
          </a:r>
          <a:endParaRPr lang="es-AR" sz="700" kern="1200" dirty="0"/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N. Munioz</a:t>
          </a:r>
        </a:p>
      </dsp:txBody>
      <dsp:txXfrm>
        <a:off x="6609612" y="1272114"/>
        <a:ext cx="896276" cy="448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490A3-8906-4C15-BA06-29841194A30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BD733-F72C-4484-8056-9C6167F84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11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B1A6A-6BBE-4409-8C9E-DA0703379151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68275" y="744538"/>
            <a:ext cx="4960938" cy="3722687"/>
          </a:xfrm>
          <a:prstGeom prst="rect">
            <a:avLst/>
          </a:prstGeom>
          <a:noFill/>
          <a:ln w="12700">
            <a:solidFill>
              <a:schemeClr val="accent5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380446" y="4715153"/>
            <a:ext cx="6036783" cy="446698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4E69C-C28A-4BE6-BE89-71D8FB203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8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buFont typeface="ABBvoiceOffice" panose="020D0603020503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0000" indent="-18000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69863" y="744538"/>
            <a:ext cx="4960937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6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06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3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29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8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16D22-4C1B-ED53-C90C-2F035E7E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CFA08-CECD-3E13-6BF0-985A46490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FC020-5272-428D-8B9F-D57D0F7F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1A84-3E3A-884D-108D-DAEAD22E6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91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0307-F835-A4FE-0C35-6210D1B74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F9E09-D4AF-23FA-09F9-93203340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16AEF-258B-529B-6DDB-92FE0A727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9F91C-0D9C-0704-2332-5C1C381AE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2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0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0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863" y="744538"/>
            <a:ext cx="4960937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32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77019" y="4705350"/>
            <a:ext cx="8583255" cy="147520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000" cap="all" baseline="0"/>
            </a:lvl1pPr>
            <a:lvl2pPr marL="1588" indent="0">
              <a:buNone/>
              <a:defRPr sz="1000" cap="all" baseline="0"/>
            </a:lvl2pPr>
            <a:lvl3pPr marL="1588" indent="0">
              <a:buNone/>
              <a:defRPr sz="1000" cap="all" baseline="0"/>
            </a:lvl3pPr>
            <a:lvl4pPr marL="1588" indent="0">
              <a:buNone/>
              <a:defRPr sz="1000" cap="all" baseline="0"/>
            </a:lvl4pPr>
            <a:lvl5pPr marL="1588" indent="0">
              <a:buNone/>
              <a:defRPr sz="1000" cap="all" baseline="0"/>
            </a:lvl5pPr>
            <a:lvl6pPr marL="1588" indent="0">
              <a:buNone/>
              <a:defRPr sz="1000" cap="all" baseline="0"/>
            </a:lvl6pPr>
            <a:lvl7pPr marL="1588" indent="0">
              <a:buNone/>
              <a:defRPr sz="1000" cap="all" baseline="0"/>
            </a:lvl7pPr>
            <a:lvl8pPr marL="1588" indent="0">
              <a:buNone/>
              <a:defRPr sz="1000" cap="all" baseline="0"/>
            </a:lvl8pPr>
            <a:lvl9pPr marL="1588" indent="0">
              <a:buNone/>
              <a:defRPr sz="1000" cap="all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77019" y="4850489"/>
            <a:ext cx="8582601" cy="592406"/>
          </a:xfrm>
        </p:spPr>
        <p:txBody>
          <a:bodyPr lIns="0" rIns="0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817" y="365752"/>
            <a:ext cx="896803" cy="350784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277018" y="5459562"/>
            <a:ext cx="8583255" cy="287188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77019" y="5914754"/>
            <a:ext cx="8582601" cy="216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B1F52310-953C-449A-A8F3-975B5D052E0C}" type="datetime4">
              <a:rPr lang="en-US" smtClean="0"/>
              <a:t>May 15,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279400" y="524567"/>
            <a:ext cx="2952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3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Cover - optiona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77019" y="4705350"/>
            <a:ext cx="8583255" cy="147520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000" cap="all" baseline="0"/>
            </a:lvl1pPr>
            <a:lvl2pPr marL="1588" indent="0">
              <a:buNone/>
              <a:defRPr sz="1000" cap="all" baseline="0"/>
            </a:lvl2pPr>
            <a:lvl3pPr marL="1588" indent="0">
              <a:buNone/>
              <a:defRPr sz="1000" cap="all" baseline="0"/>
            </a:lvl3pPr>
            <a:lvl4pPr marL="1588" indent="0">
              <a:buNone/>
              <a:defRPr sz="1000" cap="all" baseline="0"/>
            </a:lvl4pPr>
            <a:lvl5pPr marL="1588" indent="0">
              <a:buNone/>
              <a:defRPr sz="1000" cap="all" baseline="0"/>
            </a:lvl5pPr>
            <a:lvl6pPr marL="1588" indent="0">
              <a:buNone/>
              <a:defRPr sz="1000" cap="all" baseline="0"/>
            </a:lvl6pPr>
            <a:lvl7pPr marL="1588" indent="0">
              <a:buNone/>
              <a:defRPr sz="1000" cap="all" baseline="0"/>
            </a:lvl7pPr>
            <a:lvl8pPr marL="1588" indent="0">
              <a:buNone/>
              <a:defRPr sz="1000" cap="all" baseline="0"/>
            </a:lvl8pPr>
            <a:lvl9pPr marL="1588" indent="0">
              <a:buNone/>
              <a:defRPr sz="1000" cap="all" baseline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77019" y="4850489"/>
            <a:ext cx="8582601" cy="592406"/>
          </a:xfrm>
        </p:spPr>
        <p:txBody>
          <a:bodyPr lIns="0" rIns="0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817" y="365752"/>
            <a:ext cx="896803" cy="350784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277018" y="5459562"/>
            <a:ext cx="8583255" cy="287188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77019" y="5914754"/>
            <a:ext cx="8582601" cy="216000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B1F52310-953C-449A-A8F3-975B5D052E0C}" type="datetime4">
              <a:rPr lang="en-US" smtClean="0"/>
              <a:t>May 15,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1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 bwMode="gray">
          <a:xfrm>
            <a:off x="277494" y="1816571"/>
            <a:ext cx="8582788" cy="4096799"/>
          </a:xfrm>
        </p:spPr>
        <p:txBody>
          <a:bodyPr/>
          <a:lstStyle>
            <a:lvl1pPr>
              <a:spcBef>
                <a:spcPts val="900"/>
              </a:spcBef>
              <a:defRPr sz="2000"/>
            </a:lvl1pPr>
            <a:lvl2pPr marL="0" indent="0">
              <a:spcBef>
                <a:spcPts val="900"/>
              </a:spcBef>
              <a:buNone/>
              <a:defRPr sz="2000">
                <a:solidFill>
                  <a:schemeClr val="accent4"/>
                </a:solidFill>
              </a:defRPr>
            </a:lvl2pPr>
            <a:lvl3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3pPr>
            <a:lvl4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4pPr>
            <a:lvl5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5pPr>
            <a:lvl6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6pPr>
            <a:lvl7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7pPr>
            <a:lvl8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8pPr>
            <a:lvl9pPr marL="252000" indent="-252000">
              <a:spcBef>
                <a:spcPts val="900"/>
              </a:spcBef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A280487-8E79-4605-9B2A-B74134006A96}" type="datetime4">
              <a:rPr lang="en-US" smtClean="0"/>
              <a:t>May 15,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477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 bwMode="gray">
          <a:xfrm>
            <a:off x="277494" y="1816571"/>
            <a:ext cx="8582788" cy="409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3"/>
          </p:nvPr>
        </p:nvSpPr>
        <p:spPr bwMode="gray">
          <a:xfrm>
            <a:off x="255055" y="1120928"/>
            <a:ext cx="860522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7ACB855-50C9-4F86-A518-9FAC0F011B9E}" type="datetime4">
              <a:rPr lang="en-US" smtClean="0"/>
              <a:t>May 15,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2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3"/>
          </p:nvPr>
        </p:nvSpPr>
        <p:spPr bwMode="gray">
          <a:xfrm>
            <a:off x="255055" y="1120928"/>
            <a:ext cx="860522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FF9C19AF-AEEF-4951-9229-7E9EBFDC8F25}" type="datetime4">
              <a:rPr lang="en-US" smtClean="0"/>
              <a:t>May 15,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6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8451" y="4665828"/>
            <a:ext cx="3233825" cy="125740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4D6E2FDC-7000-4B5F-B13D-51D99228074D}" type="datetime4">
              <a:rPr lang="en-US" smtClean="0"/>
              <a:t>May 15,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279400" y="524567"/>
            <a:ext cx="2952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9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8140" y="6397296"/>
            <a:ext cx="504523" cy="195001"/>
          </a:xfrm>
          <a:prstGeom prst="rect">
            <a:avLst/>
          </a:prstGeom>
        </p:spPr>
      </p:pic>
      <p:grpSp>
        <p:nvGrpSpPr>
          <p:cNvPr id="38" name="Group 37"/>
          <p:cNvGrpSpPr/>
          <p:nvPr userDrawn="1"/>
        </p:nvGrpSpPr>
        <p:grpSpPr bwMode="gray">
          <a:xfrm>
            <a:off x="275713" y="6327549"/>
            <a:ext cx="337902" cy="88364"/>
            <a:chOff x="61913" y="5218113"/>
            <a:chExt cx="3138487" cy="820737"/>
          </a:xfrm>
          <a:solidFill>
            <a:schemeClr val="accent4"/>
          </a:solidFill>
        </p:grpSpPr>
        <p:sp>
          <p:nvSpPr>
            <p:cNvPr id="33" name="Freeform 16"/>
            <p:cNvSpPr>
              <a:spLocks noEditPoints="1"/>
            </p:cNvSpPr>
            <p:nvPr userDrawn="1"/>
          </p:nvSpPr>
          <p:spPr bwMode="gray">
            <a:xfrm>
              <a:off x="61913" y="5218113"/>
              <a:ext cx="828675" cy="820737"/>
            </a:xfrm>
            <a:custGeom>
              <a:avLst/>
              <a:gdLst>
                <a:gd name="T0" fmla="*/ 111 w 221"/>
                <a:gd name="T1" fmla="*/ 219 h 219"/>
                <a:gd name="T2" fmla="*/ 53 w 221"/>
                <a:gd name="T3" fmla="*/ 203 h 219"/>
                <a:gd name="T4" fmla="*/ 14 w 221"/>
                <a:gd name="T5" fmla="*/ 163 h 219"/>
                <a:gd name="T6" fmla="*/ 0 w 221"/>
                <a:gd name="T7" fmla="*/ 109 h 219"/>
                <a:gd name="T8" fmla="*/ 15 w 221"/>
                <a:gd name="T9" fmla="*/ 53 h 219"/>
                <a:gd name="T10" fmla="*/ 56 w 221"/>
                <a:gd name="T11" fmla="*/ 14 h 219"/>
                <a:gd name="T12" fmla="*/ 111 w 221"/>
                <a:gd name="T13" fmla="*/ 0 h 219"/>
                <a:gd name="T14" fmla="*/ 168 w 221"/>
                <a:gd name="T15" fmla="*/ 15 h 219"/>
                <a:gd name="T16" fmla="*/ 207 w 221"/>
                <a:gd name="T17" fmla="*/ 55 h 219"/>
                <a:gd name="T18" fmla="*/ 221 w 221"/>
                <a:gd name="T19" fmla="*/ 109 h 219"/>
                <a:gd name="T20" fmla="*/ 206 w 221"/>
                <a:gd name="T21" fmla="*/ 166 h 219"/>
                <a:gd name="T22" fmla="*/ 165 w 221"/>
                <a:gd name="T23" fmla="*/ 205 h 219"/>
                <a:gd name="T24" fmla="*/ 111 w 221"/>
                <a:gd name="T25" fmla="*/ 219 h 219"/>
                <a:gd name="T26" fmla="*/ 111 w 221"/>
                <a:gd name="T27" fmla="*/ 190 h 219"/>
                <a:gd name="T28" fmla="*/ 153 w 221"/>
                <a:gd name="T29" fmla="*/ 180 h 219"/>
                <a:gd name="T30" fmla="*/ 181 w 221"/>
                <a:gd name="T31" fmla="*/ 151 h 219"/>
                <a:gd name="T32" fmla="*/ 191 w 221"/>
                <a:gd name="T33" fmla="*/ 109 h 219"/>
                <a:gd name="T34" fmla="*/ 180 w 221"/>
                <a:gd name="T35" fmla="*/ 67 h 219"/>
                <a:gd name="T36" fmla="*/ 151 w 221"/>
                <a:gd name="T37" fmla="*/ 38 h 219"/>
                <a:gd name="T38" fmla="*/ 111 w 221"/>
                <a:gd name="T39" fmla="*/ 28 h 219"/>
                <a:gd name="T40" fmla="*/ 68 w 221"/>
                <a:gd name="T41" fmla="*/ 39 h 219"/>
                <a:gd name="T42" fmla="*/ 40 w 221"/>
                <a:gd name="T43" fmla="*/ 68 h 219"/>
                <a:gd name="T44" fmla="*/ 31 w 221"/>
                <a:gd name="T45" fmla="*/ 109 h 219"/>
                <a:gd name="T46" fmla="*/ 41 w 221"/>
                <a:gd name="T47" fmla="*/ 152 h 219"/>
                <a:gd name="T48" fmla="*/ 70 w 221"/>
                <a:gd name="T49" fmla="*/ 180 h 219"/>
                <a:gd name="T50" fmla="*/ 111 w 221"/>
                <a:gd name="T51" fmla="*/ 190 h 219"/>
                <a:gd name="T52" fmla="*/ 115 w 221"/>
                <a:gd name="T53" fmla="*/ 50 h 219"/>
                <a:gd name="T54" fmla="*/ 139 w 221"/>
                <a:gd name="T55" fmla="*/ 54 h 219"/>
                <a:gd name="T56" fmla="*/ 156 w 221"/>
                <a:gd name="T57" fmla="*/ 63 h 219"/>
                <a:gd name="T58" fmla="*/ 145 w 221"/>
                <a:gd name="T59" fmla="*/ 85 h 219"/>
                <a:gd name="T60" fmla="*/ 117 w 221"/>
                <a:gd name="T61" fmla="*/ 76 h 219"/>
                <a:gd name="T62" fmla="*/ 93 w 221"/>
                <a:gd name="T63" fmla="*/ 85 h 219"/>
                <a:gd name="T64" fmla="*/ 84 w 221"/>
                <a:gd name="T65" fmla="*/ 110 h 219"/>
                <a:gd name="T66" fmla="*/ 93 w 221"/>
                <a:gd name="T67" fmla="*/ 134 h 219"/>
                <a:gd name="T68" fmla="*/ 117 w 221"/>
                <a:gd name="T69" fmla="*/ 143 h 219"/>
                <a:gd name="T70" fmla="*/ 146 w 221"/>
                <a:gd name="T71" fmla="*/ 132 h 219"/>
                <a:gd name="T72" fmla="*/ 158 w 221"/>
                <a:gd name="T73" fmla="*/ 153 h 219"/>
                <a:gd name="T74" fmla="*/ 140 w 221"/>
                <a:gd name="T75" fmla="*/ 165 h 219"/>
                <a:gd name="T76" fmla="*/ 115 w 221"/>
                <a:gd name="T77" fmla="*/ 169 h 219"/>
                <a:gd name="T78" fmla="*/ 71 w 221"/>
                <a:gd name="T79" fmla="*/ 153 h 219"/>
                <a:gd name="T80" fmla="*/ 54 w 221"/>
                <a:gd name="T81" fmla="*/ 111 h 219"/>
                <a:gd name="T82" fmla="*/ 71 w 221"/>
                <a:gd name="T83" fmla="*/ 67 h 219"/>
                <a:gd name="T84" fmla="*/ 115 w 221"/>
                <a:gd name="T85" fmla="*/ 5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1" h="219">
                  <a:moveTo>
                    <a:pt x="111" y="219"/>
                  </a:moveTo>
                  <a:cubicBezTo>
                    <a:pt x="89" y="219"/>
                    <a:pt x="70" y="214"/>
                    <a:pt x="53" y="203"/>
                  </a:cubicBezTo>
                  <a:cubicBezTo>
                    <a:pt x="36" y="193"/>
                    <a:pt x="23" y="180"/>
                    <a:pt x="14" y="163"/>
                  </a:cubicBezTo>
                  <a:cubicBezTo>
                    <a:pt x="4" y="147"/>
                    <a:pt x="0" y="129"/>
                    <a:pt x="0" y="109"/>
                  </a:cubicBezTo>
                  <a:cubicBezTo>
                    <a:pt x="0" y="88"/>
                    <a:pt x="5" y="70"/>
                    <a:pt x="15" y="53"/>
                  </a:cubicBezTo>
                  <a:cubicBezTo>
                    <a:pt x="25" y="36"/>
                    <a:pt x="39" y="23"/>
                    <a:pt x="56" y="14"/>
                  </a:cubicBezTo>
                  <a:cubicBezTo>
                    <a:pt x="73" y="5"/>
                    <a:pt x="91" y="0"/>
                    <a:pt x="111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6"/>
                    <a:pt x="198" y="39"/>
                    <a:pt x="207" y="55"/>
                  </a:cubicBezTo>
                  <a:cubicBezTo>
                    <a:pt x="217" y="72"/>
                    <a:pt x="221" y="90"/>
                    <a:pt x="221" y="109"/>
                  </a:cubicBezTo>
                  <a:cubicBezTo>
                    <a:pt x="221" y="130"/>
                    <a:pt x="216" y="149"/>
                    <a:pt x="206" y="166"/>
                  </a:cubicBezTo>
                  <a:cubicBezTo>
                    <a:pt x="196" y="183"/>
                    <a:pt x="182" y="196"/>
                    <a:pt x="165" y="205"/>
                  </a:cubicBezTo>
                  <a:cubicBezTo>
                    <a:pt x="149" y="214"/>
                    <a:pt x="130" y="219"/>
                    <a:pt x="111" y="219"/>
                  </a:cubicBezTo>
                  <a:close/>
                  <a:moveTo>
                    <a:pt x="111" y="190"/>
                  </a:moveTo>
                  <a:cubicBezTo>
                    <a:pt x="127" y="190"/>
                    <a:pt x="141" y="187"/>
                    <a:pt x="153" y="180"/>
                  </a:cubicBezTo>
                  <a:cubicBezTo>
                    <a:pt x="165" y="173"/>
                    <a:pt x="174" y="163"/>
                    <a:pt x="181" y="151"/>
                  </a:cubicBezTo>
                  <a:cubicBezTo>
                    <a:pt x="187" y="139"/>
                    <a:pt x="191" y="125"/>
                    <a:pt x="191" y="109"/>
                  </a:cubicBezTo>
                  <a:cubicBezTo>
                    <a:pt x="191" y="93"/>
                    <a:pt x="187" y="79"/>
                    <a:pt x="180" y="67"/>
                  </a:cubicBezTo>
                  <a:cubicBezTo>
                    <a:pt x="173" y="55"/>
                    <a:pt x="163" y="45"/>
                    <a:pt x="151" y="38"/>
                  </a:cubicBezTo>
                  <a:cubicBezTo>
                    <a:pt x="139" y="32"/>
                    <a:pt x="126" y="28"/>
                    <a:pt x="111" y="28"/>
                  </a:cubicBezTo>
                  <a:cubicBezTo>
                    <a:pt x="95" y="28"/>
                    <a:pt x="81" y="32"/>
                    <a:pt x="68" y="39"/>
                  </a:cubicBezTo>
                  <a:cubicBezTo>
                    <a:pt x="56" y="46"/>
                    <a:pt x="47" y="56"/>
                    <a:pt x="40" y="68"/>
                  </a:cubicBezTo>
                  <a:cubicBezTo>
                    <a:pt x="34" y="80"/>
                    <a:pt x="31" y="94"/>
                    <a:pt x="31" y="109"/>
                  </a:cubicBezTo>
                  <a:cubicBezTo>
                    <a:pt x="31" y="126"/>
                    <a:pt x="34" y="140"/>
                    <a:pt x="41" y="152"/>
                  </a:cubicBezTo>
                  <a:cubicBezTo>
                    <a:pt x="48" y="164"/>
                    <a:pt x="58" y="174"/>
                    <a:pt x="70" y="180"/>
                  </a:cubicBezTo>
                  <a:cubicBezTo>
                    <a:pt x="82" y="187"/>
                    <a:pt x="95" y="190"/>
                    <a:pt x="111" y="190"/>
                  </a:cubicBezTo>
                  <a:close/>
                  <a:moveTo>
                    <a:pt x="115" y="50"/>
                  </a:moveTo>
                  <a:cubicBezTo>
                    <a:pt x="124" y="50"/>
                    <a:pt x="131" y="51"/>
                    <a:pt x="139" y="54"/>
                  </a:cubicBezTo>
                  <a:cubicBezTo>
                    <a:pt x="146" y="56"/>
                    <a:pt x="152" y="59"/>
                    <a:pt x="156" y="6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37" y="79"/>
                    <a:pt x="128" y="76"/>
                    <a:pt x="117" y="76"/>
                  </a:cubicBezTo>
                  <a:cubicBezTo>
                    <a:pt x="107" y="76"/>
                    <a:pt x="99" y="79"/>
                    <a:pt x="93" y="85"/>
                  </a:cubicBezTo>
                  <a:cubicBezTo>
                    <a:pt x="87" y="91"/>
                    <a:pt x="84" y="100"/>
                    <a:pt x="84" y="110"/>
                  </a:cubicBezTo>
                  <a:cubicBezTo>
                    <a:pt x="84" y="120"/>
                    <a:pt x="87" y="128"/>
                    <a:pt x="93" y="134"/>
                  </a:cubicBezTo>
                  <a:cubicBezTo>
                    <a:pt x="99" y="140"/>
                    <a:pt x="107" y="143"/>
                    <a:pt x="117" y="143"/>
                  </a:cubicBezTo>
                  <a:cubicBezTo>
                    <a:pt x="129" y="143"/>
                    <a:pt x="138" y="139"/>
                    <a:pt x="146" y="132"/>
                  </a:cubicBezTo>
                  <a:cubicBezTo>
                    <a:pt x="158" y="153"/>
                    <a:pt x="158" y="153"/>
                    <a:pt x="158" y="153"/>
                  </a:cubicBezTo>
                  <a:cubicBezTo>
                    <a:pt x="153" y="158"/>
                    <a:pt x="147" y="162"/>
                    <a:pt x="140" y="165"/>
                  </a:cubicBezTo>
                  <a:cubicBezTo>
                    <a:pt x="132" y="168"/>
                    <a:pt x="124" y="169"/>
                    <a:pt x="115" y="169"/>
                  </a:cubicBezTo>
                  <a:cubicBezTo>
                    <a:pt x="97" y="169"/>
                    <a:pt x="82" y="164"/>
                    <a:pt x="71" y="153"/>
                  </a:cubicBezTo>
                  <a:cubicBezTo>
                    <a:pt x="60" y="142"/>
                    <a:pt x="54" y="128"/>
                    <a:pt x="54" y="111"/>
                  </a:cubicBezTo>
                  <a:cubicBezTo>
                    <a:pt x="54" y="93"/>
                    <a:pt x="60" y="78"/>
                    <a:pt x="71" y="67"/>
                  </a:cubicBezTo>
                  <a:cubicBezTo>
                    <a:pt x="82" y="56"/>
                    <a:pt x="97" y="50"/>
                    <a:pt x="11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7"/>
            <p:cNvSpPr>
              <a:spLocks noEditPoints="1"/>
            </p:cNvSpPr>
            <p:nvPr userDrawn="1"/>
          </p:nvSpPr>
          <p:spPr bwMode="gray">
            <a:xfrm>
              <a:off x="957263" y="5237163"/>
              <a:ext cx="773112" cy="782637"/>
            </a:xfrm>
            <a:custGeom>
              <a:avLst/>
              <a:gdLst>
                <a:gd name="T0" fmla="*/ 305 w 487"/>
                <a:gd name="T1" fmla="*/ 0 h 493"/>
                <a:gd name="T2" fmla="*/ 487 w 487"/>
                <a:gd name="T3" fmla="*/ 493 h 493"/>
                <a:gd name="T4" fmla="*/ 369 w 487"/>
                <a:gd name="T5" fmla="*/ 493 h 493"/>
                <a:gd name="T6" fmla="*/ 336 w 487"/>
                <a:gd name="T7" fmla="*/ 390 h 493"/>
                <a:gd name="T8" fmla="*/ 151 w 487"/>
                <a:gd name="T9" fmla="*/ 390 h 493"/>
                <a:gd name="T10" fmla="*/ 118 w 487"/>
                <a:gd name="T11" fmla="*/ 493 h 493"/>
                <a:gd name="T12" fmla="*/ 0 w 487"/>
                <a:gd name="T13" fmla="*/ 493 h 493"/>
                <a:gd name="T14" fmla="*/ 184 w 487"/>
                <a:gd name="T15" fmla="*/ 0 h 493"/>
                <a:gd name="T16" fmla="*/ 305 w 487"/>
                <a:gd name="T17" fmla="*/ 0 h 493"/>
                <a:gd name="T18" fmla="*/ 180 w 487"/>
                <a:gd name="T19" fmla="*/ 300 h 493"/>
                <a:gd name="T20" fmla="*/ 307 w 487"/>
                <a:gd name="T21" fmla="*/ 300 h 493"/>
                <a:gd name="T22" fmla="*/ 243 w 487"/>
                <a:gd name="T23" fmla="*/ 104 h 493"/>
                <a:gd name="T24" fmla="*/ 180 w 487"/>
                <a:gd name="T25" fmla="*/ 30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7" h="493">
                  <a:moveTo>
                    <a:pt x="305" y="0"/>
                  </a:moveTo>
                  <a:lnTo>
                    <a:pt x="487" y="493"/>
                  </a:lnTo>
                  <a:lnTo>
                    <a:pt x="369" y="493"/>
                  </a:lnTo>
                  <a:lnTo>
                    <a:pt x="336" y="390"/>
                  </a:lnTo>
                  <a:lnTo>
                    <a:pt x="151" y="390"/>
                  </a:lnTo>
                  <a:lnTo>
                    <a:pt x="118" y="493"/>
                  </a:lnTo>
                  <a:lnTo>
                    <a:pt x="0" y="493"/>
                  </a:lnTo>
                  <a:lnTo>
                    <a:pt x="184" y="0"/>
                  </a:lnTo>
                  <a:lnTo>
                    <a:pt x="305" y="0"/>
                  </a:lnTo>
                  <a:close/>
                  <a:moveTo>
                    <a:pt x="180" y="300"/>
                  </a:moveTo>
                  <a:lnTo>
                    <a:pt x="307" y="300"/>
                  </a:lnTo>
                  <a:lnTo>
                    <a:pt x="243" y="104"/>
                  </a:lnTo>
                  <a:lnTo>
                    <a:pt x="18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8"/>
            <p:cNvSpPr>
              <a:spLocks noEditPoints="1"/>
            </p:cNvSpPr>
            <p:nvPr userDrawn="1"/>
          </p:nvSpPr>
          <p:spPr bwMode="gray">
            <a:xfrm>
              <a:off x="1819275" y="5237163"/>
              <a:ext cx="622300" cy="782637"/>
            </a:xfrm>
            <a:custGeom>
              <a:avLst/>
              <a:gdLst>
                <a:gd name="T0" fmla="*/ 0 w 166"/>
                <a:gd name="T1" fmla="*/ 0 h 209"/>
                <a:gd name="T2" fmla="*/ 82 w 166"/>
                <a:gd name="T3" fmla="*/ 0 h 209"/>
                <a:gd name="T4" fmla="*/ 132 w 166"/>
                <a:gd name="T5" fmla="*/ 15 h 209"/>
                <a:gd name="T6" fmla="*/ 150 w 166"/>
                <a:gd name="T7" fmla="*/ 53 h 209"/>
                <a:gd name="T8" fmla="*/ 128 w 166"/>
                <a:gd name="T9" fmla="*/ 94 h 209"/>
                <a:gd name="T10" fmla="*/ 166 w 166"/>
                <a:gd name="T11" fmla="*/ 146 h 209"/>
                <a:gd name="T12" fmla="*/ 146 w 166"/>
                <a:gd name="T13" fmla="*/ 192 h 209"/>
                <a:gd name="T14" fmla="*/ 86 w 166"/>
                <a:gd name="T15" fmla="*/ 209 h 209"/>
                <a:gd name="T16" fmla="*/ 0 w 166"/>
                <a:gd name="T17" fmla="*/ 209 h 209"/>
                <a:gd name="T18" fmla="*/ 0 w 166"/>
                <a:gd name="T19" fmla="*/ 0 h 209"/>
                <a:gd name="T20" fmla="*/ 78 w 166"/>
                <a:gd name="T21" fmla="*/ 81 h 209"/>
                <a:gd name="T22" fmla="*/ 99 w 166"/>
                <a:gd name="T23" fmla="*/ 75 h 209"/>
                <a:gd name="T24" fmla="*/ 106 w 166"/>
                <a:gd name="T25" fmla="*/ 59 h 209"/>
                <a:gd name="T26" fmla="*/ 99 w 166"/>
                <a:gd name="T27" fmla="*/ 42 h 209"/>
                <a:gd name="T28" fmla="*/ 79 w 166"/>
                <a:gd name="T29" fmla="*/ 37 h 209"/>
                <a:gd name="T30" fmla="*/ 46 w 166"/>
                <a:gd name="T31" fmla="*/ 37 h 209"/>
                <a:gd name="T32" fmla="*/ 46 w 166"/>
                <a:gd name="T33" fmla="*/ 81 h 209"/>
                <a:gd name="T34" fmla="*/ 78 w 166"/>
                <a:gd name="T35" fmla="*/ 81 h 209"/>
                <a:gd name="T36" fmla="*/ 84 w 166"/>
                <a:gd name="T37" fmla="*/ 172 h 209"/>
                <a:gd name="T38" fmla="*/ 111 w 166"/>
                <a:gd name="T39" fmla="*/ 165 h 209"/>
                <a:gd name="T40" fmla="*/ 120 w 166"/>
                <a:gd name="T41" fmla="*/ 145 h 209"/>
                <a:gd name="T42" fmla="*/ 111 w 166"/>
                <a:gd name="T43" fmla="*/ 124 h 209"/>
                <a:gd name="T44" fmla="*/ 85 w 166"/>
                <a:gd name="T45" fmla="*/ 117 h 209"/>
                <a:gd name="T46" fmla="*/ 46 w 166"/>
                <a:gd name="T47" fmla="*/ 117 h 209"/>
                <a:gd name="T48" fmla="*/ 46 w 166"/>
                <a:gd name="T49" fmla="*/ 172 h 209"/>
                <a:gd name="T50" fmla="*/ 84 w 166"/>
                <a:gd name="T51" fmla="*/ 17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6" h="209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103" y="0"/>
                    <a:pt x="119" y="5"/>
                    <a:pt x="132" y="15"/>
                  </a:cubicBezTo>
                  <a:cubicBezTo>
                    <a:pt x="144" y="24"/>
                    <a:pt x="150" y="37"/>
                    <a:pt x="150" y="53"/>
                  </a:cubicBezTo>
                  <a:cubicBezTo>
                    <a:pt x="150" y="71"/>
                    <a:pt x="143" y="84"/>
                    <a:pt x="128" y="94"/>
                  </a:cubicBezTo>
                  <a:cubicBezTo>
                    <a:pt x="154" y="103"/>
                    <a:pt x="166" y="120"/>
                    <a:pt x="166" y="146"/>
                  </a:cubicBezTo>
                  <a:cubicBezTo>
                    <a:pt x="166" y="166"/>
                    <a:pt x="160" y="182"/>
                    <a:pt x="146" y="192"/>
                  </a:cubicBezTo>
                  <a:cubicBezTo>
                    <a:pt x="132" y="203"/>
                    <a:pt x="112" y="209"/>
                    <a:pt x="86" y="209"/>
                  </a:cubicBezTo>
                  <a:cubicBezTo>
                    <a:pt x="0" y="209"/>
                    <a:pt x="0" y="209"/>
                    <a:pt x="0" y="209"/>
                  </a:cubicBezTo>
                  <a:lnTo>
                    <a:pt x="0" y="0"/>
                  </a:lnTo>
                  <a:close/>
                  <a:moveTo>
                    <a:pt x="78" y="81"/>
                  </a:moveTo>
                  <a:cubicBezTo>
                    <a:pt x="87" y="81"/>
                    <a:pt x="94" y="79"/>
                    <a:pt x="99" y="75"/>
                  </a:cubicBezTo>
                  <a:cubicBezTo>
                    <a:pt x="104" y="71"/>
                    <a:pt x="106" y="66"/>
                    <a:pt x="106" y="59"/>
                  </a:cubicBezTo>
                  <a:cubicBezTo>
                    <a:pt x="106" y="52"/>
                    <a:pt x="104" y="46"/>
                    <a:pt x="99" y="42"/>
                  </a:cubicBezTo>
                  <a:cubicBezTo>
                    <a:pt x="94" y="38"/>
                    <a:pt x="87" y="37"/>
                    <a:pt x="79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81"/>
                    <a:pt x="46" y="81"/>
                    <a:pt x="46" y="81"/>
                  </a:cubicBezTo>
                  <a:lnTo>
                    <a:pt x="78" y="81"/>
                  </a:lnTo>
                  <a:close/>
                  <a:moveTo>
                    <a:pt x="84" y="172"/>
                  </a:moveTo>
                  <a:cubicBezTo>
                    <a:pt x="96" y="172"/>
                    <a:pt x="105" y="169"/>
                    <a:pt x="111" y="165"/>
                  </a:cubicBezTo>
                  <a:cubicBezTo>
                    <a:pt x="117" y="160"/>
                    <a:pt x="120" y="154"/>
                    <a:pt x="120" y="145"/>
                  </a:cubicBezTo>
                  <a:cubicBezTo>
                    <a:pt x="120" y="136"/>
                    <a:pt x="117" y="129"/>
                    <a:pt x="111" y="124"/>
                  </a:cubicBezTo>
                  <a:cubicBezTo>
                    <a:pt x="105" y="119"/>
                    <a:pt x="96" y="117"/>
                    <a:pt x="85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72"/>
                    <a:pt x="46" y="172"/>
                    <a:pt x="46" y="172"/>
                  </a:cubicBezTo>
                  <a:lnTo>
                    <a:pt x="84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9"/>
            <p:cNvSpPr>
              <a:spLocks noEditPoints="1"/>
            </p:cNvSpPr>
            <p:nvPr userDrawn="1"/>
          </p:nvSpPr>
          <p:spPr bwMode="gray">
            <a:xfrm>
              <a:off x="2573338" y="5237163"/>
              <a:ext cx="627062" cy="782637"/>
            </a:xfrm>
            <a:custGeom>
              <a:avLst/>
              <a:gdLst>
                <a:gd name="T0" fmla="*/ 0 w 167"/>
                <a:gd name="T1" fmla="*/ 0 h 209"/>
                <a:gd name="T2" fmla="*/ 82 w 167"/>
                <a:gd name="T3" fmla="*/ 0 h 209"/>
                <a:gd name="T4" fmla="*/ 132 w 167"/>
                <a:gd name="T5" fmla="*/ 15 h 209"/>
                <a:gd name="T6" fmla="*/ 150 w 167"/>
                <a:gd name="T7" fmla="*/ 53 h 209"/>
                <a:gd name="T8" fmla="*/ 128 w 167"/>
                <a:gd name="T9" fmla="*/ 94 h 209"/>
                <a:gd name="T10" fmla="*/ 167 w 167"/>
                <a:gd name="T11" fmla="*/ 146 h 209"/>
                <a:gd name="T12" fmla="*/ 146 w 167"/>
                <a:gd name="T13" fmla="*/ 192 h 209"/>
                <a:gd name="T14" fmla="*/ 86 w 167"/>
                <a:gd name="T15" fmla="*/ 209 h 209"/>
                <a:gd name="T16" fmla="*/ 0 w 167"/>
                <a:gd name="T17" fmla="*/ 209 h 209"/>
                <a:gd name="T18" fmla="*/ 0 w 167"/>
                <a:gd name="T19" fmla="*/ 0 h 209"/>
                <a:gd name="T20" fmla="*/ 79 w 167"/>
                <a:gd name="T21" fmla="*/ 81 h 209"/>
                <a:gd name="T22" fmla="*/ 99 w 167"/>
                <a:gd name="T23" fmla="*/ 75 h 209"/>
                <a:gd name="T24" fmla="*/ 106 w 167"/>
                <a:gd name="T25" fmla="*/ 59 h 209"/>
                <a:gd name="T26" fmla="*/ 99 w 167"/>
                <a:gd name="T27" fmla="*/ 42 h 209"/>
                <a:gd name="T28" fmla="*/ 79 w 167"/>
                <a:gd name="T29" fmla="*/ 37 h 209"/>
                <a:gd name="T30" fmla="*/ 46 w 167"/>
                <a:gd name="T31" fmla="*/ 37 h 209"/>
                <a:gd name="T32" fmla="*/ 46 w 167"/>
                <a:gd name="T33" fmla="*/ 81 h 209"/>
                <a:gd name="T34" fmla="*/ 79 w 167"/>
                <a:gd name="T35" fmla="*/ 81 h 209"/>
                <a:gd name="T36" fmla="*/ 84 w 167"/>
                <a:gd name="T37" fmla="*/ 172 h 209"/>
                <a:gd name="T38" fmla="*/ 111 w 167"/>
                <a:gd name="T39" fmla="*/ 165 h 209"/>
                <a:gd name="T40" fmla="*/ 121 w 167"/>
                <a:gd name="T41" fmla="*/ 145 h 209"/>
                <a:gd name="T42" fmla="*/ 111 w 167"/>
                <a:gd name="T43" fmla="*/ 124 h 209"/>
                <a:gd name="T44" fmla="*/ 85 w 167"/>
                <a:gd name="T45" fmla="*/ 117 h 209"/>
                <a:gd name="T46" fmla="*/ 46 w 167"/>
                <a:gd name="T47" fmla="*/ 117 h 209"/>
                <a:gd name="T48" fmla="*/ 46 w 167"/>
                <a:gd name="T49" fmla="*/ 172 h 209"/>
                <a:gd name="T50" fmla="*/ 84 w 167"/>
                <a:gd name="T51" fmla="*/ 17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7" h="209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103" y="0"/>
                    <a:pt x="120" y="5"/>
                    <a:pt x="132" y="15"/>
                  </a:cubicBezTo>
                  <a:cubicBezTo>
                    <a:pt x="144" y="24"/>
                    <a:pt x="150" y="37"/>
                    <a:pt x="150" y="53"/>
                  </a:cubicBezTo>
                  <a:cubicBezTo>
                    <a:pt x="150" y="71"/>
                    <a:pt x="143" y="84"/>
                    <a:pt x="128" y="94"/>
                  </a:cubicBezTo>
                  <a:cubicBezTo>
                    <a:pt x="154" y="103"/>
                    <a:pt x="167" y="120"/>
                    <a:pt x="167" y="146"/>
                  </a:cubicBezTo>
                  <a:cubicBezTo>
                    <a:pt x="167" y="166"/>
                    <a:pt x="160" y="182"/>
                    <a:pt x="146" y="192"/>
                  </a:cubicBezTo>
                  <a:cubicBezTo>
                    <a:pt x="132" y="203"/>
                    <a:pt x="112" y="209"/>
                    <a:pt x="86" y="209"/>
                  </a:cubicBezTo>
                  <a:cubicBezTo>
                    <a:pt x="0" y="209"/>
                    <a:pt x="0" y="209"/>
                    <a:pt x="0" y="209"/>
                  </a:cubicBezTo>
                  <a:lnTo>
                    <a:pt x="0" y="0"/>
                  </a:lnTo>
                  <a:close/>
                  <a:moveTo>
                    <a:pt x="79" y="81"/>
                  </a:moveTo>
                  <a:cubicBezTo>
                    <a:pt x="87" y="81"/>
                    <a:pt x="94" y="79"/>
                    <a:pt x="99" y="75"/>
                  </a:cubicBezTo>
                  <a:cubicBezTo>
                    <a:pt x="104" y="71"/>
                    <a:pt x="106" y="66"/>
                    <a:pt x="106" y="59"/>
                  </a:cubicBezTo>
                  <a:cubicBezTo>
                    <a:pt x="106" y="52"/>
                    <a:pt x="104" y="46"/>
                    <a:pt x="99" y="42"/>
                  </a:cubicBezTo>
                  <a:cubicBezTo>
                    <a:pt x="94" y="38"/>
                    <a:pt x="88" y="37"/>
                    <a:pt x="79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81"/>
                    <a:pt x="46" y="81"/>
                    <a:pt x="46" y="81"/>
                  </a:cubicBezTo>
                  <a:lnTo>
                    <a:pt x="79" y="81"/>
                  </a:lnTo>
                  <a:close/>
                  <a:moveTo>
                    <a:pt x="84" y="172"/>
                  </a:moveTo>
                  <a:cubicBezTo>
                    <a:pt x="96" y="172"/>
                    <a:pt x="105" y="169"/>
                    <a:pt x="111" y="165"/>
                  </a:cubicBezTo>
                  <a:cubicBezTo>
                    <a:pt x="118" y="160"/>
                    <a:pt x="121" y="154"/>
                    <a:pt x="121" y="145"/>
                  </a:cubicBezTo>
                  <a:cubicBezTo>
                    <a:pt x="121" y="136"/>
                    <a:pt x="117" y="129"/>
                    <a:pt x="111" y="124"/>
                  </a:cubicBezTo>
                  <a:cubicBezTo>
                    <a:pt x="105" y="119"/>
                    <a:pt x="96" y="117"/>
                    <a:pt x="85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72"/>
                    <a:pt x="46" y="172"/>
                    <a:pt x="46" y="172"/>
                  </a:cubicBezTo>
                  <a:lnTo>
                    <a:pt x="84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2440942" y="6207919"/>
            <a:ext cx="5555893" cy="5905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0" indent="0">
              <a:defRPr sz="1000">
                <a:solidFill>
                  <a:schemeClr val="accent4"/>
                </a:solidFill>
              </a:defRPr>
            </a:lvl2pPr>
            <a:lvl3pPr marL="0" indent="0">
              <a:defRPr sz="1000">
                <a:solidFill>
                  <a:schemeClr val="accent4"/>
                </a:solidFill>
              </a:defRPr>
            </a:lvl3pPr>
            <a:lvl4pPr marL="0" indent="0">
              <a:defRPr sz="1000">
                <a:solidFill>
                  <a:schemeClr val="accent4"/>
                </a:solidFill>
              </a:defRPr>
            </a:lvl4pPr>
            <a:lvl5pPr marL="0" indent="0">
              <a:defRPr sz="1000">
                <a:solidFill>
                  <a:schemeClr val="accent4"/>
                </a:solidFill>
              </a:defRPr>
            </a:lvl5pPr>
            <a:lvl6pPr marL="0" indent="0">
              <a:defRPr sz="1000">
                <a:solidFill>
                  <a:schemeClr val="accent4"/>
                </a:solidFill>
              </a:defRPr>
            </a:lvl6pPr>
            <a:lvl7pPr marL="0" indent="0">
              <a:defRPr sz="1000">
                <a:solidFill>
                  <a:schemeClr val="accent4"/>
                </a:solidFill>
              </a:defRPr>
            </a:lvl7pPr>
            <a:lvl8pPr marL="0" indent="0">
              <a:defRPr sz="1000">
                <a:solidFill>
                  <a:schemeClr val="accent4"/>
                </a:solidFill>
              </a:defRPr>
            </a:lvl8pPr>
            <a:lvl9pPr marL="0" indent="0">
              <a:defRPr sz="1000">
                <a:solidFill>
                  <a:schemeClr val="accent4"/>
                </a:solidFill>
              </a:defRPr>
            </a:lvl9pPr>
          </a:lstStyle>
          <a:p>
            <a:pPr lvl="8"/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273863" y="6489341"/>
            <a:ext cx="1162031" cy="11819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4"/>
                </a:solidFill>
              </a:defRPr>
            </a:lvl1pPr>
            <a:lvl2pPr marL="0" indent="0">
              <a:defRPr sz="1000">
                <a:solidFill>
                  <a:schemeClr val="accent4"/>
                </a:solidFill>
              </a:defRPr>
            </a:lvl2pPr>
            <a:lvl3pPr marL="0" indent="0">
              <a:defRPr sz="1000">
                <a:solidFill>
                  <a:schemeClr val="accent4"/>
                </a:solidFill>
              </a:defRPr>
            </a:lvl3pPr>
            <a:lvl4pPr marL="0" indent="0">
              <a:defRPr sz="1000">
                <a:solidFill>
                  <a:schemeClr val="accent4"/>
                </a:solidFill>
              </a:defRPr>
            </a:lvl4pPr>
            <a:lvl5pPr marL="0" indent="0">
              <a:defRPr sz="1000">
                <a:solidFill>
                  <a:schemeClr val="accent4"/>
                </a:solidFill>
              </a:defRPr>
            </a:lvl5pPr>
            <a:lvl6pPr marL="0" indent="0">
              <a:defRPr sz="1000">
                <a:solidFill>
                  <a:schemeClr val="accent4"/>
                </a:solidFill>
              </a:defRPr>
            </a:lvl6pPr>
            <a:lvl7pPr marL="0" indent="0">
              <a:defRPr sz="1000">
                <a:solidFill>
                  <a:schemeClr val="accent4"/>
                </a:solidFill>
              </a:defRPr>
            </a:lvl7pPr>
            <a:lvl8pPr marL="0" indent="0">
              <a:defRPr sz="1000">
                <a:solidFill>
                  <a:schemeClr val="accent4"/>
                </a:solidFill>
              </a:defRPr>
            </a:lvl8pPr>
            <a:lvl9pPr marL="0" indent="0">
              <a:defRPr sz="1000">
                <a:solidFill>
                  <a:schemeClr val="accent4"/>
                </a:solidFill>
              </a:defRPr>
            </a:lvl9pPr>
          </a:lstStyle>
          <a:p>
            <a:fld id="{2EEC7E91-A187-4392-A6EB-18F5F39179CB}" type="datetime4">
              <a:rPr lang="en-US" smtClean="0"/>
              <a:t>May 15, 2026</a:t>
            </a:fld>
            <a:endParaRPr lang="en-US"/>
          </a:p>
        </p:txBody>
      </p:sp>
      <p:cxnSp>
        <p:nvCxnSpPr>
          <p:cNvPr id="42" name="Straight Connector 41"/>
          <p:cNvCxnSpPr/>
          <p:nvPr userDrawn="1"/>
        </p:nvCxnSpPr>
        <p:spPr bwMode="gray">
          <a:xfrm>
            <a:off x="1634119" y="6472540"/>
            <a:ext cx="0" cy="1324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77494" y="1816571"/>
            <a:ext cx="8584645" cy="409680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Rectangle 28"/>
          <p:cNvSpPr/>
          <p:nvPr userDrawn="1"/>
        </p:nvSpPr>
        <p:spPr bwMode="gray">
          <a:xfrm>
            <a:off x="279400" y="524567"/>
            <a:ext cx="2952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56282" y="637074"/>
            <a:ext cx="8604000" cy="410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739366" y="6473853"/>
            <a:ext cx="677766" cy="1327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solidFill>
                  <a:schemeClr val="accent4"/>
                </a:solidFill>
              </a:defRPr>
            </a:lvl1pPr>
            <a:lvl2pPr marL="0" indent="0">
              <a:defRPr sz="1200">
                <a:solidFill>
                  <a:schemeClr val="accent4"/>
                </a:solidFill>
              </a:defRPr>
            </a:lvl2pPr>
            <a:lvl3pPr marL="0" indent="0">
              <a:defRPr sz="1200">
                <a:solidFill>
                  <a:schemeClr val="accent4"/>
                </a:solidFill>
              </a:defRPr>
            </a:lvl3pPr>
            <a:lvl4pPr marL="0" indent="0">
              <a:defRPr sz="1200">
                <a:solidFill>
                  <a:schemeClr val="accent4"/>
                </a:solidFill>
              </a:defRPr>
            </a:lvl4pPr>
            <a:lvl5pPr marL="0" indent="0">
              <a:defRPr sz="1200">
                <a:solidFill>
                  <a:schemeClr val="accent4"/>
                </a:solidFill>
              </a:defRPr>
            </a:lvl5pPr>
            <a:lvl6pPr marL="0" indent="0">
              <a:defRPr sz="1200">
                <a:solidFill>
                  <a:schemeClr val="accent4"/>
                </a:solidFill>
              </a:defRPr>
            </a:lvl6pPr>
            <a:lvl7pPr marL="0" indent="0">
              <a:defRPr sz="1200">
                <a:solidFill>
                  <a:schemeClr val="accent4"/>
                </a:solidFill>
              </a:defRPr>
            </a:lvl7pPr>
            <a:lvl8pPr marL="0" indent="0">
              <a:defRPr sz="1200">
                <a:solidFill>
                  <a:schemeClr val="accent4"/>
                </a:solidFill>
              </a:defRPr>
            </a:lvl8pPr>
            <a:lvl9pPr marL="0" indent="0">
              <a:defRPr sz="1200">
                <a:solidFill>
                  <a:schemeClr val="accent4"/>
                </a:solidFill>
              </a:defRPr>
            </a:lvl9pPr>
          </a:lstStyle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 userDrawn="1"/>
        </p:nvCxnSpPr>
        <p:spPr bwMode="gray">
          <a:xfrm>
            <a:off x="279400" y="6094413"/>
            <a:ext cx="858088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40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3" r:id="rId3"/>
    <p:sldLayoutId id="2147483650" r:id="rId4"/>
    <p:sldLayoutId id="2147483651" r:id="rId5"/>
    <p:sldLayoutId id="2147483652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600"/>
        </a:spcBef>
        <a:buFont typeface="ABBvoiceOffice" panose="020D0603020503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" indent="-180000" algn="l" defTabSz="91440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mailto:robson.rodrigues@br.abb.com" TargetMode="External"/><Relationship Id="rId3" Type="http://schemas.openxmlformats.org/officeDocument/2006/relationships/hyperlink" Target="mailto:rodrigo.mack@ar.abb.com" TargetMode="External"/><Relationship Id="rId7" Type="http://schemas.openxmlformats.org/officeDocument/2006/relationships/hyperlink" Target="mailto:vinicius.rossi@br.abb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fabricio.pinto@br.abb.com" TargetMode="External"/><Relationship Id="rId5" Type="http://schemas.openxmlformats.org/officeDocument/2006/relationships/hyperlink" Target="mailto:christian.bombace@ar.abb.com" TargetMode="External"/><Relationship Id="rId10" Type="http://schemas.openxmlformats.org/officeDocument/2006/relationships/hyperlink" Target="mailto:daniela.Breglia@ar.abb.com" TargetMode="External"/><Relationship Id="rId4" Type="http://schemas.openxmlformats.org/officeDocument/2006/relationships/hyperlink" Target="mailto:gustavo.pantolini@ar.abb.com" TargetMode="External"/><Relationship Id="rId9" Type="http://schemas.openxmlformats.org/officeDocument/2006/relationships/hyperlink" Target="mailto:William.Cabral@br.abb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ulian.correa@aesa.com.a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marcelo.h.zappa@aesa.com.ar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juan.palma@ar.abb.com" TargetMode="External"/><Relationship Id="rId2" Type="http://schemas.openxmlformats.org/officeDocument/2006/relationships/hyperlink" Target="mailto:gustavo.pantolini@ar.abb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5" Type="http://schemas.openxmlformats.org/officeDocument/2006/relationships/package" Target="../embeddings/Microsoft_Excel_Worksheet.xlsx"/><Relationship Id="rId4" Type="http://schemas.openxmlformats.org/officeDocument/2006/relationships/hyperlink" Target="mailto:rodrigo.mack@ar.abb.co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2" name="Group 1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0" y="0"/>
                <a:ext cx="9144000" cy="685800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962817" y="365752"/>
                <a:ext cx="896803" cy="350784"/>
              </a:xfrm>
              <a:prstGeom prst="rect">
                <a:avLst/>
              </a:prstGeom>
            </p:spPr>
          </p:pic>
        </p:grpSp>
        <p:sp>
          <p:nvSpPr>
            <p:cNvPr id="12" name="Rectangle 11"/>
            <p:cNvSpPr/>
            <p:nvPr/>
          </p:nvSpPr>
          <p:spPr bwMode="gray">
            <a:xfrm>
              <a:off x="279400" y="524567"/>
              <a:ext cx="295200" cy="36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s-AR" dirty="0"/>
              <a:t>Fecha:  18/5/2026</a:t>
            </a:r>
          </a:p>
        </p:txBody>
      </p:sp>
      <p:sp>
        <p:nvSpPr>
          <p:cNvPr id="22" name="Title 5"/>
          <p:cNvSpPr>
            <a:spLocks noGrp="1"/>
          </p:cNvSpPr>
          <p:nvPr>
            <p:ph type="ctrTitle"/>
          </p:nvPr>
        </p:nvSpPr>
        <p:spPr bwMode="gray">
          <a:xfrm>
            <a:off x="277019" y="4850489"/>
            <a:ext cx="8582601" cy="592406"/>
          </a:xfrm>
        </p:spPr>
        <p:txBody>
          <a:bodyPr/>
          <a:lstStyle/>
          <a:p>
            <a:r>
              <a:rPr lang="es-AR" dirty="0"/>
              <a:t>Pluspetrol - AESA –  La Calera II</a:t>
            </a:r>
            <a:br>
              <a:rPr lang="es-AR" dirty="0"/>
            </a:br>
            <a:r>
              <a:rPr lang="en-GB" sz="2000" b="1" dirty="0">
                <a:solidFill>
                  <a:srgbClr val="000000"/>
                </a:solidFill>
                <a:latin typeface="ABBvoiceOffice" panose="020D0603020503020204" pitchFamily="34" charset="0"/>
                <a:ea typeface="ABBvoiceOffice" panose="020D0603020503020204" pitchFamily="34" charset="0"/>
                <a:cs typeface="ABBvoiceOffice" panose="020D0603020503020204" pitchFamily="34" charset="0"/>
              </a:rPr>
              <a:t>OC </a:t>
            </a:r>
            <a:r>
              <a:rPr lang="en-GB" sz="2000" dirty="0">
                <a:solidFill>
                  <a:srgbClr val="000000"/>
                </a:solidFill>
                <a:latin typeface="ABBvoiceOffice" panose="020D0603020503020204" pitchFamily="34" charset="0"/>
                <a:ea typeface="ABBvoiceOffice" panose="020D0603020503020204" pitchFamily="34" charset="0"/>
                <a:cs typeface="ABBvoiceOffice" panose="020D0603020503020204" pitchFamily="34" charset="0"/>
              </a:rPr>
              <a:t>45089944971 y 4508944973</a:t>
            </a:r>
            <a:r>
              <a:rPr lang="en-GB" sz="2000" b="1" dirty="0">
                <a:solidFill>
                  <a:srgbClr val="000000"/>
                </a:solidFill>
                <a:latin typeface="ABBvoiceOffice" panose="020D0603020503020204" pitchFamily="34" charset="0"/>
                <a:ea typeface="ABBvoiceOffice" panose="020D0603020503020204" pitchFamily="34" charset="0"/>
                <a:cs typeface="ABBvoiceOffice" panose="020D0603020503020204" pitchFamily="34" charset="0"/>
              </a:rPr>
              <a:t> - R-2631036</a:t>
            </a:r>
            <a:br>
              <a:rPr lang="en-GB" sz="2000" b="1" dirty="0">
                <a:solidFill>
                  <a:srgbClr val="000000"/>
                </a:solidFill>
                <a:latin typeface="ABBvoiceOffice" panose="020D0603020503020204" pitchFamily="34" charset="0"/>
                <a:ea typeface="ABBvoiceOffice" panose="020D0603020503020204" pitchFamily="34" charset="0"/>
                <a:cs typeface="ABBvoiceOffice" panose="020D0603020503020204" pitchFamily="34" charset="0"/>
              </a:rPr>
            </a:br>
            <a:br>
              <a:rPr lang="es-AR" sz="2000" dirty="0"/>
            </a:br>
            <a:endParaRPr lang="pt-BR" sz="2000" dirty="0">
              <a:latin typeface="ABBvoiceOffice" panose="020D0603020503020204" pitchFamily="34" charset="0"/>
              <a:ea typeface="ABBvoiceOffice" panose="020D0603020503020204" pitchFamily="34" charset="0"/>
              <a:cs typeface="ABBvoiceOffice" panose="020D0603020503020204" pitchFamily="34" charset="0"/>
            </a:endParaRPr>
          </a:p>
        </p:txBody>
      </p:sp>
      <p:sp>
        <p:nvSpPr>
          <p:cNvPr id="23" name="Subtitle 6"/>
          <p:cNvSpPr>
            <a:spLocks noGrp="1"/>
          </p:cNvSpPr>
          <p:nvPr>
            <p:ph type="subTitle" idx="1"/>
          </p:nvPr>
        </p:nvSpPr>
        <p:spPr bwMode="gray">
          <a:xfrm>
            <a:off x="277018" y="6009297"/>
            <a:ext cx="8583255" cy="287188"/>
          </a:xfrm>
        </p:spPr>
        <p:txBody>
          <a:bodyPr/>
          <a:lstStyle/>
          <a:p>
            <a:r>
              <a:rPr lang="pt-BR" dirty="0" err="1"/>
              <a:t>Reunión</a:t>
            </a:r>
            <a:r>
              <a:rPr lang="pt-BR" dirty="0"/>
              <a:t> de </a:t>
            </a:r>
            <a:r>
              <a:rPr lang="pt-BR" dirty="0" err="1"/>
              <a:t>lanzamiento</a:t>
            </a:r>
            <a:r>
              <a:rPr lang="pt-BR" dirty="0"/>
              <a:t> - KOM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/>
          </p:nvPr>
        </p:nvSpPr>
        <p:spPr bwMode="gray">
          <a:xfrm>
            <a:off x="279400" y="6360403"/>
            <a:ext cx="8582601" cy="216000"/>
          </a:xfrm>
        </p:spPr>
        <p:txBody>
          <a:bodyPr/>
          <a:lstStyle/>
          <a:p>
            <a:r>
              <a:rPr lang="es-AR" dirty="0"/>
              <a:t>Project Manager ELDS:  Rodrigo Mack</a:t>
            </a:r>
          </a:p>
        </p:txBody>
      </p:sp>
    </p:spTree>
    <p:extLst>
      <p:ext uri="{BB962C8B-B14F-4D97-AF65-F5344CB8AC3E}">
        <p14:creationId xmlns:p14="http://schemas.microsoft.com/office/powerpoint/2010/main" val="198166027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266274" y="1624928"/>
            <a:ext cx="8453655" cy="411214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Equipo de Proyecto de ABB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Plan de Comunicaciones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Alcance de la provisión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Condiciones Comerciales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Documentación del proyecto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Temas Pendientes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dirty="0"/>
          </a:p>
          <a:p>
            <a:endParaRPr lang="es-AR" sz="1800" dirty="0"/>
          </a:p>
          <a:p>
            <a:endParaRPr lang="es-AR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s-AR" dirty="0"/>
              <a:t>Detalle de la Agenda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Agenda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6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Equipo de Proyecto de ABB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1515EA-8AB1-42A3-9565-1263EA127C27}"/>
              </a:ext>
            </a:extLst>
          </p:cNvPr>
          <p:cNvSpPr/>
          <p:nvPr/>
        </p:nvSpPr>
        <p:spPr bwMode="gray">
          <a:xfrm>
            <a:off x="603682" y="1873188"/>
            <a:ext cx="2166151" cy="2290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 dirty="0" err="1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B403D7-235D-C1FA-DC82-0157B5355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5698749"/>
              </p:ext>
            </p:extLst>
          </p:nvPr>
        </p:nvGraphicFramePr>
        <p:xfrm>
          <a:off x="-598632" y="1256231"/>
          <a:ext cx="10341264" cy="4203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EC06AD-D647-6BCE-2A83-2B56442BE68F}"/>
              </a:ext>
            </a:extLst>
          </p:cNvPr>
          <p:cNvCxnSpPr>
            <a:cxnSpLocks/>
          </p:cNvCxnSpPr>
          <p:nvPr/>
        </p:nvCxnSpPr>
        <p:spPr bwMode="gray">
          <a:xfrm>
            <a:off x="5051561" y="2119163"/>
            <a:ext cx="950887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9EA208-8FE4-75F9-29F8-CC5A7FE36102}"/>
              </a:ext>
            </a:extLst>
          </p:cNvPr>
          <p:cNvCxnSpPr>
            <a:cxnSpLocks/>
          </p:cNvCxnSpPr>
          <p:nvPr/>
        </p:nvCxnSpPr>
        <p:spPr bwMode="gray">
          <a:xfrm>
            <a:off x="5679404" y="2715183"/>
            <a:ext cx="32304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01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3"/>
          </p:nvPr>
        </p:nvSpPr>
        <p:spPr>
          <a:xfrm>
            <a:off x="255055" y="1120928"/>
            <a:ext cx="8605227" cy="4578414"/>
          </a:xfrm>
        </p:spPr>
        <p:txBody>
          <a:bodyPr/>
          <a:lstStyle/>
          <a:p>
            <a:endParaRPr lang="es-AR" dirty="0"/>
          </a:p>
          <a:p>
            <a:r>
              <a:rPr lang="es-AR" sz="1600" dirty="0"/>
              <a:t>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Rodrigo Mack – Project Manager – </a:t>
            </a:r>
            <a:r>
              <a:rPr lang="es-AR" sz="1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rodrigo.mack@ar.abb.com</a:t>
            </a:r>
            <a:endParaRPr lang="es-AR" sz="16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Gustavo Pantolini – Líder Técnico – </a:t>
            </a:r>
            <a:r>
              <a:rPr lang="es-AR" sz="1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gustavo.pantolini@ar.abb.com</a:t>
            </a:r>
            <a:endParaRPr lang="es-AR" sz="16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Juan Palma – Ingeniero de proyectos – </a:t>
            </a:r>
            <a:r>
              <a:rPr lang="es-AR" sz="1600" u="sng" dirty="0" err="1">
                <a:solidFill>
                  <a:srgbClr val="0070C0"/>
                </a:solidFill>
              </a:rPr>
              <a:t>juan.palma</a:t>
            </a:r>
            <a:r>
              <a:rPr lang="es-AR" sz="1600" u="sng" dirty="0">
                <a:solidFill>
                  <a:srgbClr val="0070C0"/>
                </a:solidFill>
              </a:rPr>
              <a:t>@ </a:t>
            </a:r>
            <a:r>
              <a:rPr lang="es-AR" sz="16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@ar.abb.com</a:t>
            </a:r>
            <a:endParaRPr lang="es-AR" sz="16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Christian </a:t>
            </a:r>
            <a:r>
              <a:rPr lang="es-A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Bombase</a:t>
            </a: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Ejecutivo de cuentas - </a:t>
            </a: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5"/>
              </a:rPr>
              <a:t>christian.bombace@ar.abb.com</a:t>
            </a:r>
            <a:endParaRPr lang="es-A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Paulo Souza - Ingeniero de proyectos – </a:t>
            </a:r>
            <a:r>
              <a:rPr lang="es-AR" sz="1600" u="sng" dirty="0">
                <a:solidFill>
                  <a:srgbClr val="0070C0"/>
                </a:solidFill>
              </a:rPr>
              <a:t>paulo.souza@</a:t>
            </a:r>
            <a:r>
              <a:rPr lang="es-AR" sz="1600" u="sng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br.abb.com</a:t>
            </a:r>
            <a:endParaRPr lang="es-AR" sz="16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accent6">
                    <a:lumMod val="10000"/>
                  </a:schemeClr>
                </a:solidFill>
              </a:rPr>
              <a:t>Vinicius Rossi -  Ingeniero </a:t>
            </a: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proyectos – </a:t>
            </a:r>
            <a:r>
              <a:rPr lang="es-AR" sz="1600" u="sng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vinicius.rossi@br.abb.com</a:t>
            </a:r>
            <a:endParaRPr lang="es-AR" sz="16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accent6">
                    <a:lumMod val="10000"/>
                  </a:schemeClr>
                </a:solidFill>
              </a:rPr>
              <a:t>Robson Rodrigues – Project Manager BR </a:t>
            </a: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es-AR" sz="1600" u="sng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robson.rodrigues@br.abb.com</a:t>
            </a:r>
            <a:endParaRPr lang="es-AR" sz="16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accent6">
                    <a:lumMod val="10000"/>
                  </a:schemeClr>
                </a:solidFill>
              </a:rPr>
              <a:t>William Cabral – Project Manager BR </a:t>
            </a:r>
            <a:r>
              <a:rPr lang="es-A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</a:t>
            </a:r>
            <a:r>
              <a:rPr lang="es-AR" sz="1600" u="sng" dirty="0">
                <a:solidFill>
                  <a:srgbClr val="0070C0"/>
                </a:solidFill>
                <a:hlinkClick r:id="rId9"/>
              </a:rPr>
              <a:t>William.Cabral@br.abb.com</a:t>
            </a:r>
            <a:endParaRPr lang="es-AR" sz="1600" u="sng" dirty="0">
              <a:solidFill>
                <a:srgbClr val="0070C0"/>
              </a:solidFill>
            </a:endParaRPr>
          </a:p>
          <a:p>
            <a:r>
              <a:rPr lang="es-AR" sz="1600" dirty="0">
                <a:solidFill>
                  <a:schemeClr val="accent6">
                    <a:lumMod val="10000"/>
                  </a:schemeClr>
                </a:solidFill>
              </a:rPr>
              <a:t>MO </a:t>
            </a:r>
            <a:r>
              <a:rPr lang="es-AR" sz="1600" dirty="0" err="1">
                <a:solidFill>
                  <a:schemeClr val="accent6">
                    <a:lumMod val="10000"/>
                  </a:schemeClr>
                </a:solidFill>
              </a:rPr>
              <a:t>VFDs</a:t>
            </a:r>
            <a:endParaRPr lang="es-AR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Daniela Breglia – Order </a:t>
            </a:r>
            <a:r>
              <a:rPr lang="es-AR" sz="1600" dirty="0" err="1"/>
              <a:t>Handler</a:t>
            </a:r>
            <a:r>
              <a:rPr lang="es-AR" sz="1600" dirty="0"/>
              <a:t> – </a:t>
            </a:r>
            <a:r>
              <a:rPr lang="es-AR" sz="1600" dirty="0">
                <a:hlinkClick r:id="rId10"/>
              </a:rPr>
              <a:t>daniela.Breglia@</a:t>
            </a:r>
            <a:r>
              <a:rPr lang="es-AR" sz="1600" u="sng" dirty="0">
                <a:solidFill>
                  <a:srgbClr val="0070C0"/>
                </a:solidFill>
                <a:hlinkClick r:id="rId10"/>
              </a:rPr>
              <a:t>ar.abb.com</a:t>
            </a:r>
            <a:endParaRPr lang="es-AR" sz="1600" u="sng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u="sng" dirty="0">
              <a:solidFill>
                <a:srgbClr val="0070C0"/>
              </a:solidFill>
            </a:endParaRPr>
          </a:p>
          <a:p>
            <a:endParaRPr lang="es-AR" sz="1600" u="sng" dirty="0">
              <a:solidFill>
                <a:srgbClr val="0070C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Equipo de Proyecto de ABB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07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3"/>
          </p:nvPr>
        </p:nvSpPr>
        <p:spPr>
          <a:xfrm>
            <a:off x="255055" y="1120928"/>
            <a:ext cx="8605227" cy="4578414"/>
          </a:xfrm>
        </p:spPr>
        <p:txBody>
          <a:bodyPr/>
          <a:lstStyle/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Julian Correa – Activador -  </a:t>
            </a:r>
            <a:r>
              <a:rPr lang="es-AR" sz="1600" dirty="0">
                <a:hlinkClick r:id="rId3"/>
              </a:rPr>
              <a:t>julian.correa@aesa.com.ar</a:t>
            </a:r>
            <a:endParaRPr lang="es-A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Dario </a:t>
            </a:r>
            <a:r>
              <a:rPr lang="es-AR" sz="1600" dirty="0" err="1"/>
              <a:t>Stirparo</a:t>
            </a:r>
            <a:r>
              <a:rPr lang="es-AR" sz="1600" dirty="0"/>
              <a:t> – Líder de Ingeniería – dario.stirparo@aesa.com.ar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Marcelo </a:t>
            </a:r>
            <a:r>
              <a:rPr lang="es-AR" sz="1600" dirty="0" err="1"/>
              <a:t>Zappa</a:t>
            </a:r>
            <a:r>
              <a:rPr lang="es-AR" sz="1600" dirty="0"/>
              <a:t> – Responsable de Suministros - </a:t>
            </a:r>
            <a:r>
              <a:rPr lang="es-AR" sz="1600" dirty="0">
                <a:hlinkClick r:id="rId4"/>
              </a:rPr>
              <a:t>marcelo.h.zappa@aesa.com.ar</a:t>
            </a:r>
            <a:endParaRPr lang="es-A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dirty="0"/>
          </a:p>
          <a:p>
            <a:endParaRPr lang="es-AR" sz="1600" u="sng" dirty="0">
              <a:solidFill>
                <a:srgbClr val="0070C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Equipo de Proyecto de AESA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3"/>
          </p:nvPr>
        </p:nvSpPr>
        <p:spPr>
          <a:xfrm>
            <a:off x="255055" y="1120927"/>
            <a:ext cx="8605227" cy="48567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Se propone como canal oficial de comunicación el </a:t>
            </a:r>
            <a:r>
              <a:rPr lang="es-AR" sz="1600" b="1" dirty="0"/>
              <a:t>E-mail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Referencia de ABB para el proyecto: </a:t>
            </a:r>
            <a:r>
              <a:rPr lang="es-AR" sz="1600" b="1" dirty="0"/>
              <a:t>R-2631036 </a:t>
            </a:r>
            <a:r>
              <a:rPr lang="es-AR" sz="1600" dirty="0"/>
              <a:t>(debe estar en todas las comunicaciones)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Contactos Principales:</a:t>
            </a:r>
          </a:p>
          <a:p>
            <a:pPr marL="804863" indent="-285750">
              <a:buFont typeface="Arial" panose="020B0604020202020204" pitchFamily="34" charset="0"/>
              <a:buChar char="•"/>
            </a:pPr>
            <a:r>
              <a:rPr lang="es-AR" sz="1600" b="1" dirty="0"/>
              <a:t>AESA</a:t>
            </a:r>
            <a:r>
              <a:rPr lang="es-AR" sz="1600" dirty="0"/>
              <a:t>: Julian Correa</a:t>
            </a:r>
          </a:p>
          <a:p>
            <a:pPr marL="804863" indent="-285750">
              <a:buFont typeface="Arial" panose="020B0604020202020204" pitchFamily="34" charset="0"/>
              <a:buChar char="•"/>
            </a:pPr>
            <a:r>
              <a:rPr lang="es-AR" sz="1600" b="1" dirty="0"/>
              <a:t>ABB</a:t>
            </a:r>
            <a:r>
              <a:rPr lang="es-AR" sz="1600" dirty="0"/>
              <a:t>: Rodrigo Mack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En Copia:</a:t>
            </a:r>
          </a:p>
          <a:p>
            <a:pPr marL="804863" indent="-285750">
              <a:buFont typeface="Arial" panose="020B0604020202020204" pitchFamily="34" charset="0"/>
              <a:buChar char="•"/>
            </a:pPr>
            <a:r>
              <a:rPr lang="es-AR" sz="1600" b="1" dirty="0"/>
              <a:t>AESA: </a:t>
            </a:r>
            <a:r>
              <a:rPr lang="es-AR" sz="1600" dirty="0"/>
              <a:t>Dario </a:t>
            </a:r>
            <a:r>
              <a:rPr lang="es-AR" sz="1600" dirty="0" err="1"/>
              <a:t>Stirparo</a:t>
            </a:r>
            <a:endParaRPr lang="es-AR" sz="1600" dirty="0"/>
          </a:p>
          <a:p>
            <a:pPr marL="804863" indent="-285750">
              <a:buFont typeface="Arial" panose="020B0604020202020204" pitchFamily="34" charset="0"/>
              <a:buChar char="•"/>
            </a:pPr>
            <a:r>
              <a:rPr lang="es-AR" sz="1600" b="1" dirty="0"/>
              <a:t>ABB:</a:t>
            </a:r>
            <a:r>
              <a:rPr lang="es-AR" sz="1600" dirty="0"/>
              <a:t> Gustavo Pantolini</a:t>
            </a:r>
          </a:p>
          <a:p>
            <a:pPr marL="804863" indent="-285750">
              <a:buFont typeface="Arial" panose="020B0604020202020204" pitchFamily="34" charset="0"/>
              <a:buChar char="•"/>
            </a:pPr>
            <a:r>
              <a:rPr lang="es-AR" sz="1600" b="1" dirty="0"/>
              <a:t>ABB</a:t>
            </a:r>
            <a:r>
              <a:rPr lang="es-AR" sz="1600" dirty="0"/>
              <a:t>: Juan Palma</a:t>
            </a:r>
          </a:p>
          <a:p>
            <a:pPr marL="804863" indent="-285750">
              <a:buFont typeface="Arial" panose="020B0604020202020204" pitchFamily="34" charset="0"/>
              <a:buChar char="•"/>
            </a:pPr>
            <a:r>
              <a:rPr lang="es-AR" sz="1600" dirty="0"/>
              <a:t>A demanda de acuerdo a especialidad</a:t>
            </a:r>
          </a:p>
          <a:p>
            <a:pPr marL="519113"/>
            <a:endParaRPr lang="es-A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Matriz de comunicaciones en desarrollo.</a:t>
            </a:r>
          </a:p>
          <a:p>
            <a:pPr marL="519113"/>
            <a:endParaRPr lang="es-AR" sz="1600" dirty="0"/>
          </a:p>
          <a:p>
            <a:pPr marL="519113"/>
            <a:endParaRPr lang="es-AR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Plan de Comunicación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D4EA5-12B2-BF6C-912E-A92A1F99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94D8AF-253E-E05A-293E-DD75A2824AE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73863" y="1075254"/>
            <a:ext cx="8605227" cy="504000"/>
          </a:xfrm>
        </p:spPr>
        <p:txBody>
          <a:bodyPr/>
          <a:lstStyle/>
          <a:p>
            <a:r>
              <a:rPr lang="es-AR" dirty="0"/>
              <a:t>Sala Eléctrica N°3: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40F0B0-BCCE-8A70-7EAE-01E5F1FF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Alcance de la provisión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8A7A2-AA7E-F82E-A8C7-7C79D267350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7ACB855-50C9-4F86-A518-9FAC0F011B9E}" type="datetime4">
              <a:rPr lang="en-US" smtClean="0"/>
              <a:t>May 15,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0C49E-5666-3A76-B839-CEA80B6621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91B50-B6EA-6AFD-9FFA-CD0CCD60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28" y="1403878"/>
            <a:ext cx="7923885" cy="261493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BA017559-5849-4D14-1AD7-605A4D2A4A56}"/>
              </a:ext>
            </a:extLst>
          </p:cNvPr>
          <p:cNvSpPr txBox="1">
            <a:spLocks/>
          </p:cNvSpPr>
          <p:nvPr/>
        </p:nvSpPr>
        <p:spPr bwMode="gray">
          <a:xfrm>
            <a:off x="300481" y="4155128"/>
            <a:ext cx="4454399" cy="1920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100" dirty="0"/>
              <a:t>1 - Sala de tableros 37x6m + Sala de </a:t>
            </a:r>
            <a:r>
              <a:rPr lang="es-AR" sz="1100" dirty="0" err="1"/>
              <a:t>Baterias</a:t>
            </a:r>
            <a:r>
              <a:rPr lang="es-AR" sz="1100" dirty="0"/>
              <a:t> 10,5x3m</a:t>
            </a:r>
          </a:p>
          <a:p>
            <a:r>
              <a:rPr lang="es-AR" sz="1100" dirty="0"/>
              <a:t>2 - HVAC con Ductos + </a:t>
            </a:r>
            <a:r>
              <a:rPr lang="es-AR" sz="1100" dirty="0" err="1"/>
              <a:t>Presurizacion</a:t>
            </a:r>
            <a:r>
              <a:rPr lang="es-AR" sz="1100" dirty="0"/>
              <a:t> + Detección de Incendio + Extracción sala de baterías</a:t>
            </a:r>
          </a:p>
          <a:p>
            <a:r>
              <a:rPr lang="es-AR" sz="1100" dirty="0"/>
              <a:t>3 – CCTV solo </a:t>
            </a:r>
            <a:r>
              <a:rPr lang="es-AR" sz="1100" dirty="0" err="1"/>
              <a:t>provision</a:t>
            </a:r>
            <a:r>
              <a:rPr lang="es-AR" sz="1100" dirty="0"/>
              <a:t> de equipos + Montaje y cableado hasta rack</a:t>
            </a:r>
          </a:p>
          <a:p>
            <a:r>
              <a:rPr lang="es-AR" sz="1100" dirty="0"/>
              <a:t>4 – Rack para CCTV y CA + Rack de IT</a:t>
            </a:r>
          </a:p>
          <a:p>
            <a:r>
              <a:rPr lang="es-AR" sz="1100" dirty="0"/>
              <a:t>5 – PMS (provisión OC 4508945953)</a:t>
            </a:r>
          </a:p>
          <a:p>
            <a:r>
              <a:rPr lang="es-AR" sz="1100" dirty="0"/>
              <a:t>6 – Tableros CCM 4000A 65kA. </a:t>
            </a:r>
            <a:r>
              <a:rPr lang="es-AR" sz="1100" dirty="0" err="1"/>
              <a:t>Cant</a:t>
            </a:r>
            <a:r>
              <a:rPr lang="es-AR" sz="1100" dirty="0"/>
              <a:t> 3</a:t>
            </a:r>
          </a:p>
          <a:p>
            <a:r>
              <a:rPr lang="es-AR" sz="1100" dirty="0"/>
              <a:t>7 – Ductos de Barras. </a:t>
            </a:r>
            <a:r>
              <a:rPr lang="es-AR" sz="1100" dirty="0" err="1"/>
              <a:t>Cant</a:t>
            </a:r>
            <a:r>
              <a:rPr lang="es-AR" sz="1100" dirty="0"/>
              <a:t> 6</a:t>
            </a:r>
          </a:p>
          <a:p>
            <a:endParaRPr lang="es-AR" sz="1100" dirty="0"/>
          </a:p>
          <a:p>
            <a:endParaRPr lang="es-AR" sz="1200" dirty="0"/>
          </a:p>
          <a:p>
            <a:endParaRPr lang="es-AR" sz="1400" dirty="0"/>
          </a:p>
          <a:p>
            <a:endParaRPr lang="es-AR" sz="1400" dirty="0"/>
          </a:p>
          <a:p>
            <a:endParaRPr lang="es-AR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71F0E-E1A5-7F16-E800-43C22161A817}"/>
              </a:ext>
            </a:extLst>
          </p:cNvPr>
          <p:cNvSpPr txBox="1"/>
          <p:nvPr/>
        </p:nvSpPr>
        <p:spPr bwMode="gray">
          <a:xfrm>
            <a:off x="4754880" y="4150613"/>
            <a:ext cx="4088639" cy="276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600"/>
              </a:spcBef>
              <a:buFont typeface="Arial" panose="020B0604020202020204" pitchFamily="34" charset="0"/>
              <a:buNone/>
              <a:defRPr sz="1200"/>
            </a:lvl1pPr>
            <a:lvl2pPr marL="0" indent="0">
              <a:spcBef>
                <a:spcPts val="600"/>
              </a:spcBef>
              <a:buFont typeface="ABBvoiceOffice" panose="020D0603020503020204" pitchFamily="34" charset="0"/>
              <a:buNone/>
              <a:defRPr sz="2000"/>
            </a:lvl2pPr>
            <a:lvl3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3pPr>
            <a:lvl4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4pPr>
            <a:lvl5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5pPr>
            <a:lvl6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6pPr>
            <a:lvl7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7pPr>
            <a:lvl8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8pPr>
            <a:lvl9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9pPr>
          </a:lstStyle>
          <a:p>
            <a:r>
              <a:rPr lang="es-AR" sz="1100" dirty="0"/>
              <a:t>8 – Variadores de Velocidad LV. </a:t>
            </a:r>
            <a:r>
              <a:rPr lang="es-AR" sz="1100" dirty="0" err="1"/>
              <a:t>Cant</a:t>
            </a:r>
            <a:r>
              <a:rPr lang="es-AR" sz="1100" dirty="0"/>
              <a:t> 3 (</a:t>
            </a:r>
            <a:r>
              <a:rPr lang="es-AR" sz="1100" dirty="0" err="1"/>
              <a:t>Provision</a:t>
            </a:r>
            <a:r>
              <a:rPr lang="es-AR" sz="1100" dirty="0"/>
              <a:t> MO)</a:t>
            </a:r>
          </a:p>
          <a:p>
            <a:r>
              <a:rPr lang="es-AR" sz="1100" dirty="0"/>
              <a:t>9 – SAICA y SAICC </a:t>
            </a:r>
            <a:r>
              <a:rPr lang="es-AR" sz="1100" dirty="0" err="1"/>
              <a:t>kmt</a:t>
            </a:r>
            <a:endParaRPr lang="es-AR" sz="1100" dirty="0"/>
          </a:p>
          <a:p>
            <a:r>
              <a:rPr lang="es-AR" sz="1100" dirty="0"/>
              <a:t>10 – Tableros auxiliares </a:t>
            </a:r>
            <a:r>
              <a:rPr lang="es-AR" sz="1100" dirty="0" err="1"/>
              <a:t>Mehcco</a:t>
            </a:r>
            <a:endParaRPr lang="es-AR" sz="1100" dirty="0"/>
          </a:p>
          <a:p>
            <a:r>
              <a:rPr lang="es-AR" sz="1100" dirty="0"/>
              <a:t>11 – Interconexiones en </a:t>
            </a:r>
            <a:r>
              <a:rPr lang="es-AR" sz="1100" dirty="0" err="1"/>
              <a:t>Shelterista</a:t>
            </a:r>
            <a:endParaRPr lang="es-AR" sz="1100" dirty="0"/>
          </a:p>
          <a:p>
            <a:r>
              <a:rPr lang="es-AR" sz="1100" dirty="0"/>
              <a:t>12 – Percha certificada</a:t>
            </a:r>
          </a:p>
          <a:p>
            <a:r>
              <a:rPr lang="es-AR" sz="1100" dirty="0"/>
              <a:t>13 – Repuestos PEM + Repuestos 2 años de operación</a:t>
            </a:r>
          </a:p>
          <a:p>
            <a:r>
              <a:rPr lang="es-AR" sz="1100" dirty="0"/>
              <a:t>14 – Garantía extendida hasta 31/01/29</a:t>
            </a:r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4740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6C5F-9D45-BAD8-0912-15B45EF1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05476A-C5B6-9278-FA85-C619D7394CA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73863" y="1075254"/>
            <a:ext cx="8605227" cy="504000"/>
          </a:xfrm>
        </p:spPr>
        <p:txBody>
          <a:bodyPr/>
          <a:lstStyle/>
          <a:p>
            <a:r>
              <a:rPr lang="es-AR" dirty="0"/>
              <a:t>Sala Eléctrica N°4: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9F9D13-F136-64D3-1FFC-3B517D79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Alcance de la provisión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08653-137D-F802-7733-5BBAD6C204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7ACB855-50C9-4F86-A518-9FAC0F011B9E}" type="datetime4">
              <a:rPr lang="en-US" smtClean="0"/>
              <a:t>May 15,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3F0C5-FC50-54D1-FB5B-A3B97380F3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Sales Support M - Sebastian Chimenti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50208-2E97-65DD-141B-3B64BCB34D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48666EC-A797-6B67-C9B2-44BDD06E12B2}"/>
              </a:ext>
            </a:extLst>
          </p:cNvPr>
          <p:cNvSpPr txBox="1">
            <a:spLocks/>
          </p:cNvSpPr>
          <p:nvPr/>
        </p:nvSpPr>
        <p:spPr bwMode="gray">
          <a:xfrm>
            <a:off x="300481" y="4155128"/>
            <a:ext cx="4454399" cy="1920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100" dirty="0"/>
              <a:t>1 - Sala de tableros 28x5m</a:t>
            </a:r>
          </a:p>
          <a:p>
            <a:r>
              <a:rPr lang="es-AR" sz="1100" dirty="0"/>
              <a:t>2 - HVAC + </a:t>
            </a:r>
            <a:r>
              <a:rPr lang="es-AR" sz="1100" dirty="0" err="1"/>
              <a:t>Presurizacion</a:t>
            </a:r>
            <a:r>
              <a:rPr lang="es-AR" sz="1100" dirty="0"/>
              <a:t> + Detección de Incendio </a:t>
            </a:r>
          </a:p>
          <a:p>
            <a:r>
              <a:rPr lang="es-AR" sz="1100" dirty="0"/>
              <a:t>3 – CCTV solo provisión de equipos + Montaje y cableado hasta rack</a:t>
            </a:r>
          </a:p>
          <a:p>
            <a:r>
              <a:rPr lang="es-AR" sz="1100" dirty="0"/>
              <a:t>4 – Rack para CCTV y CA + Rack de IT</a:t>
            </a:r>
          </a:p>
          <a:p>
            <a:r>
              <a:rPr lang="es-AR" sz="1100" dirty="0"/>
              <a:t>5 – PMS (provisión OC 4508945953)</a:t>
            </a:r>
          </a:p>
          <a:p>
            <a:r>
              <a:rPr lang="es-AR" sz="1100" dirty="0"/>
              <a:t>6 – Tableros ZS1 13,2kV y 6,6kV. 630A 25kA (25 Columnas)</a:t>
            </a:r>
          </a:p>
          <a:p>
            <a:endParaRPr lang="es-AR" sz="1100" dirty="0"/>
          </a:p>
          <a:p>
            <a:endParaRPr lang="es-AR" sz="1200" dirty="0"/>
          </a:p>
          <a:p>
            <a:endParaRPr lang="es-AR" sz="1400" dirty="0"/>
          </a:p>
          <a:p>
            <a:endParaRPr lang="es-AR" sz="1400" dirty="0"/>
          </a:p>
          <a:p>
            <a:endParaRPr lang="es-AR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0DD8F-AAF2-CFFB-A532-3ADF9134CBAE}"/>
              </a:ext>
            </a:extLst>
          </p:cNvPr>
          <p:cNvSpPr txBox="1"/>
          <p:nvPr/>
        </p:nvSpPr>
        <p:spPr bwMode="gray">
          <a:xfrm>
            <a:off x="4754880" y="4150613"/>
            <a:ext cx="4088639" cy="276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spcBef>
                <a:spcPts val="600"/>
              </a:spcBef>
              <a:buFont typeface="Arial" panose="020B0604020202020204" pitchFamily="34" charset="0"/>
              <a:buNone/>
              <a:defRPr sz="1200"/>
            </a:lvl1pPr>
            <a:lvl2pPr marL="0" indent="0">
              <a:spcBef>
                <a:spcPts val="600"/>
              </a:spcBef>
              <a:buFont typeface="ABBvoiceOffice" panose="020D0603020503020204" pitchFamily="34" charset="0"/>
              <a:buNone/>
              <a:defRPr sz="2000"/>
            </a:lvl2pPr>
            <a:lvl3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3pPr>
            <a:lvl4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4pPr>
            <a:lvl5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5pPr>
            <a:lvl6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6pPr>
            <a:lvl7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7pPr>
            <a:lvl8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8pPr>
            <a:lvl9pPr marL="0" indent="0">
              <a:spcBef>
                <a:spcPts val="600"/>
              </a:spcBef>
              <a:buFont typeface="Arial" panose="020B0604020202020204" pitchFamily="34" charset="0"/>
              <a:buNone/>
              <a:defRPr sz="2000"/>
            </a:lvl9pPr>
          </a:lstStyle>
          <a:p>
            <a:r>
              <a:rPr lang="es-AR" sz="1100" dirty="0"/>
              <a:t>8 – Variadores de Velocidad MT. </a:t>
            </a:r>
            <a:r>
              <a:rPr lang="es-AR" sz="1100" dirty="0" err="1"/>
              <a:t>Cant</a:t>
            </a:r>
            <a:r>
              <a:rPr lang="es-AR" sz="1100" dirty="0"/>
              <a:t> 3 </a:t>
            </a:r>
          </a:p>
          <a:p>
            <a:r>
              <a:rPr lang="es-AR" sz="1100" dirty="0"/>
              <a:t>10 – Tableros auxiliares </a:t>
            </a:r>
            <a:r>
              <a:rPr lang="es-AR" sz="1100" dirty="0" err="1"/>
              <a:t>Mehcco</a:t>
            </a:r>
            <a:endParaRPr lang="es-AR" sz="1100" dirty="0"/>
          </a:p>
          <a:p>
            <a:r>
              <a:rPr lang="es-AR" sz="1100" dirty="0"/>
              <a:t>11 – Interconexiones en</a:t>
            </a:r>
          </a:p>
          <a:p>
            <a:r>
              <a:rPr lang="es-AR" sz="1100" dirty="0"/>
              <a:t>12 – Percha certificada</a:t>
            </a:r>
          </a:p>
          <a:p>
            <a:r>
              <a:rPr lang="es-AR" sz="1100" dirty="0"/>
              <a:t>13 – Repuestos PEM + Repuestos 2 años de operación</a:t>
            </a:r>
          </a:p>
          <a:p>
            <a:r>
              <a:rPr lang="es-AR" sz="1100" dirty="0"/>
              <a:t>14 – Garantía extendida hasta 31/01/29</a:t>
            </a:r>
          </a:p>
          <a:p>
            <a:endParaRPr lang="es-AR" dirty="0"/>
          </a:p>
          <a:p>
            <a:endParaRPr lang="es-A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50E2-B9DC-0383-B427-BF4FB54C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81" y="1579254"/>
            <a:ext cx="8604000" cy="207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3"/>
          </p:nvPr>
        </p:nvSpPr>
        <p:spPr>
          <a:xfrm>
            <a:off x="445313" y="1227793"/>
            <a:ext cx="8414969" cy="48267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OC 4508944971 : USD</a:t>
            </a:r>
            <a:r>
              <a:rPr lang="es-AR" sz="14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AR" sz="1400" dirty="0"/>
              <a:t>8,127,765,50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OC 4508944973 : USD 3,686,311,55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Condición de pago: 30DFF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.10% Contra envío de Ingeniería básica conforme a los documentos definidos en la KOM. (planos principales). El PROVEEDOR presentará póliza de caución por Avance de fabricación por este hito. Acordar previamente.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10% Contra aprobación de ingeniería básica de acuerdo al cronograma.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20% por la finalización de la FAT (FAT de integración de tableros) en fabrica. El PROVEEDOR presentará póliza de caución por Avance de fabricación por este hito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25% por acopio de materiales principales en Argentina (Celdas de media tensión / Tableros de Baja tensión Arco Interno / Ductos de barras / Variadores de Media y Baja tensión / Tablero de PMS / UPS, Cargadores y baterías / Tableros auxiliares. Rectificar en la </a:t>
            </a:r>
            <a:r>
              <a:rPr lang="es-AR" sz="800" dirty="0" err="1"/>
              <a:t>la</a:t>
            </a:r>
            <a:r>
              <a:rPr lang="es-AR" sz="800" dirty="0"/>
              <a:t> KOM). El PROVEEDOR presentará póliza de caución por Acopio de materiales por este hito.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30% Contra entrega (Condición: </a:t>
            </a:r>
            <a:r>
              <a:rPr lang="es-AR" sz="800" dirty="0" err="1"/>
              <a:t>Shelter</a:t>
            </a:r>
            <a:r>
              <a:rPr lang="es-AR" sz="800" dirty="0"/>
              <a:t> listo para transportar hacia la obra y liberación de Calidad del COMPRADOR).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5% con la entrega del </a:t>
            </a:r>
            <a:r>
              <a:rPr lang="es-AR" sz="800" dirty="0" err="1"/>
              <a:t>Databook</a:t>
            </a:r>
            <a:r>
              <a:rPr lang="es-AR" sz="800" dirty="0"/>
              <a:t> completo y Aprobado por el COMPRADOR.</a:t>
            </a:r>
          </a:p>
          <a:p>
            <a:pPr algn="l"/>
            <a:r>
              <a:rPr lang="es-ES" sz="1000" dirty="0"/>
              <a:t>.</a:t>
            </a:r>
            <a:r>
              <a:rPr lang="es-AR" sz="1400" dirty="0"/>
              <a:t>Fecha/Plazo de entrega: Acorde a cronograma enviado.  11 meses sala MT y 12 meses sala BT.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Condición de entrega: sobre camión en planta </a:t>
            </a:r>
            <a:r>
              <a:rPr lang="es-AR" sz="1400" dirty="0" err="1"/>
              <a:t>Shelterista</a:t>
            </a:r>
            <a:endParaRPr lang="es-A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Penalidades: 1% semanal Tope 10%.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Garantía extendida hasta 31/01/2029.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dirty="0"/>
              <a:t>Pólizas: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1000" dirty="0"/>
              <a:t>A</a:t>
            </a:r>
            <a:r>
              <a:rPr lang="es-AR" sz="800" dirty="0"/>
              <a:t>) AVANCE DE FABRICACIÓN (HITOS CERTIFICABLES)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B) FIEL CUMPLIMIENTO: Retención por Fiel Cumplimiento (10%):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AR" sz="800" dirty="0"/>
              <a:t>C) FONDO DE REPARO / SUSTITUCIÓN FONDO DE REPARO: Retención por Fondo de Reparo (10%):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dirty="0"/>
          </a:p>
          <a:p>
            <a:endParaRPr lang="es-AR" sz="1600" dirty="0"/>
          </a:p>
          <a:p>
            <a:endParaRPr lang="es-AR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Condiciones Comerciales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F5A84D0-AA29-58EA-D4F0-2C4B43EBD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661755"/>
              </p:ext>
            </p:extLst>
          </p:nvPr>
        </p:nvGraphicFramePr>
        <p:xfrm>
          <a:off x="2417132" y="6215090"/>
          <a:ext cx="8985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899089" imgH="518018" progId="Package">
                  <p:embed/>
                </p:oleObj>
              </mc:Choice>
              <mc:Fallback>
                <p:oleObj name="Packager Shell Object" showAsIcon="1" r:id="rId3" imgW="899089" imgH="518018" progId="Packag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F5A84D0-AA29-58EA-D4F0-2C4B43EBD0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7132" y="6215090"/>
                        <a:ext cx="8985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498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3"/>
          </p:nvPr>
        </p:nvSpPr>
        <p:spPr>
          <a:xfrm>
            <a:off x="445313" y="1227793"/>
            <a:ext cx="8698687" cy="482677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400" b="1" dirty="0">
                <a:solidFill>
                  <a:srgbClr val="000000"/>
                </a:solidFill>
                <a:latin typeface="+mj-lt"/>
                <a:ea typeface="ABBvoice" panose="020D0603020503020204" pitchFamily="34" charset="0"/>
                <a:cs typeface="ABBvoice" panose="020D0603020503020204" pitchFamily="34" charset="0"/>
              </a:rPr>
              <a:t>Cambios de Alcance</a:t>
            </a:r>
            <a:r>
              <a:rPr lang="es-AR" sz="1400" dirty="0">
                <a:latin typeface="+mj-lt"/>
              </a:rPr>
              <a:t>: </a:t>
            </a:r>
            <a:r>
              <a:rPr lang="es-AR" sz="1400" dirty="0">
                <a:solidFill>
                  <a:srgbClr val="000000"/>
                </a:solidFill>
                <a:latin typeface="+mj-lt"/>
                <a:ea typeface="ABBvoice" panose="020D0603020503020204" pitchFamily="34" charset="0"/>
                <a:cs typeface="ABBvoice" panose="020D0603020503020204" pitchFamily="34" charset="0"/>
              </a:rPr>
              <a:t>Ante un eventual cambio de alcance con impacto en costo y/o plazo, ABB emitirá una nota de Cambio, en la cual se explicaran los detalles y origen de las modificaciones. Para la ejecución del cambio será necesario la aprobación del documento citado y la actualización de la OC.</a:t>
            </a:r>
          </a:p>
          <a:p>
            <a:endParaRPr lang="es-AR" sz="1600" dirty="0"/>
          </a:p>
          <a:p>
            <a:endParaRPr lang="es-AR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Condiciones Comerciales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2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Documentación del proyecto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1F3183-4F39-4EAC-8D02-C4008FFD5F76}"/>
              </a:ext>
            </a:extLst>
          </p:cNvPr>
          <p:cNvSpPr txBox="1">
            <a:spLocks/>
          </p:cNvSpPr>
          <p:nvPr/>
        </p:nvSpPr>
        <p:spPr bwMode="gray">
          <a:xfrm>
            <a:off x="273863" y="1309270"/>
            <a:ext cx="8605227" cy="4541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Listado de documentos de ingeniería/calidad a emitir por ABB a través del portal AESA</a:t>
            </a:r>
          </a:p>
          <a:p>
            <a:endParaRPr lang="es-AR" sz="1600" dirty="0"/>
          </a:p>
          <a:p>
            <a:endParaRPr lang="es-AR" sz="1600" dirty="0"/>
          </a:p>
          <a:p>
            <a:r>
              <a:rPr lang="es-AR" sz="1600" dirty="0"/>
              <a:t>Notas:</a:t>
            </a:r>
          </a:p>
          <a:p>
            <a:r>
              <a:rPr lang="es-AR" sz="1600" dirty="0"/>
              <a:t>-Requerimos acceso para las siguientes personas:</a:t>
            </a:r>
          </a:p>
          <a:p>
            <a:r>
              <a:rPr lang="es-AR" sz="1200" dirty="0"/>
              <a:t>Gustavo Pantolini </a:t>
            </a:r>
            <a:r>
              <a:rPr lang="es-AR" sz="1200" u="sng" dirty="0">
                <a:hlinkClick r:id="rId2"/>
              </a:rPr>
              <a:t>gustavo.pantolini@ar.abb.com</a:t>
            </a:r>
            <a:endParaRPr lang="es-AR" sz="1200" dirty="0"/>
          </a:p>
          <a:p>
            <a:r>
              <a:rPr lang="es-AR" sz="1200" dirty="0"/>
              <a:t>Juan PALMA </a:t>
            </a:r>
            <a:r>
              <a:rPr lang="es-AR" sz="1200" u="sng" dirty="0">
                <a:hlinkClick r:id="rId3"/>
              </a:rPr>
              <a:t>juan.palma@ar.abb.com</a:t>
            </a:r>
            <a:endParaRPr lang="es-AR" sz="1200" dirty="0"/>
          </a:p>
          <a:p>
            <a:r>
              <a:rPr lang="es-AR" sz="1200" dirty="0"/>
              <a:t>Rodrigo Mack </a:t>
            </a:r>
            <a:r>
              <a:rPr lang="es-AR" sz="1200" u="sng" dirty="0">
                <a:hlinkClick r:id="rId4"/>
              </a:rPr>
              <a:t>rodrigo.mack@ar.abb.com</a:t>
            </a:r>
            <a:endParaRPr lang="es-AR" sz="1200" dirty="0"/>
          </a:p>
          <a:p>
            <a:r>
              <a:rPr lang="es-AR" sz="1600" dirty="0"/>
              <a:t>ABB solicita los formatos de hojas que serán aplicados al proyecto.</a:t>
            </a:r>
          </a:p>
          <a:p>
            <a:r>
              <a:rPr lang="es-AR" sz="1600" dirty="0"/>
              <a:t>ABB utilizará los formatos de AESA solo en la primera hoja, las hojas internas mantendrán los formatos estándar ABB.</a:t>
            </a:r>
          </a:p>
          <a:p>
            <a:r>
              <a:rPr lang="es-AR" sz="1600" dirty="0"/>
              <a:t>ABB propone reportar mensualmente el informe de avance del proyecto de acuerdo al formato de reporte enviado.</a:t>
            </a:r>
          </a:p>
          <a:p>
            <a:pPr marL="285750" indent="-285750">
              <a:buFontTx/>
              <a:buChar char="-"/>
            </a:pPr>
            <a:endParaRPr lang="es-AR" sz="1600" dirty="0"/>
          </a:p>
          <a:p>
            <a:pPr marL="285750" indent="-285750">
              <a:buFontTx/>
              <a:buChar char="-"/>
            </a:pPr>
            <a:endParaRPr lang="es-AR" sz="1600" dirty="0"/>
          </a:p>
          <a:p>
            <a:endParaRPr lang="es-AR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D97BCAB-4BA5-2F7A-08BA-3A94723D8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851557"/>
              </p:ext>
            </p:extLst>
          </p:nvPr>
        </p:nvGraphicFramePr>
        <p:xfrm>
          <a:off x="448147" y="188233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92338" progId="Excel.Sheet.12">
                  <p:embed/>
                </p:oleObj>
              </mc:Choice>
              <mc:Fallback>
                <p:oleObj name="Worksheet" showAsIcon="1" r:id="rId5" imgW="914400" imgH="792338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D97BCAB-4BA5-2F7A-08BA-3A94723D8C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8147" y="1882335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58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Temas pendientes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1F3183-4F39-4EAC-8D02-C4008FFD5F76}"/>
              </a:ext>
            </a:extLst>
          </p:cNvPr>
          <p:cNvSpPr txBox="1">
            <a:spLocks/>
          </p:cNvSpPr>
          <p:nvPr/>
        </p:nvSpPr>
        <p:spPr bwMode="gray">
          <a:xfrm>
            <a:off x="273863" y="1309270"/>
            <a:ext cx="8605227" cy="4655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/>
              <a:t>ABB solicita los siguientes detalles para realizar la ingeniería de los ductos de barras:</a:t>
            </a:r>
          </a:p>
          <a:p>
            <a:r>
              <a:rPr lang="es-AR" sz="1600" dirty="0"/>
              <a:t>	-Detalle de conexión de los transformadores de potencia.</a:t>
            </a:r>
          </a:p>
          <a:p>
            <a:r>
              <a:rPr lang="es-AR" sz="1600" dirty="0"/>
              <a:t>	-Posición relativa de los transformadores de potencia respecto a las salas   		eléctricas.</a:t>
            </a:r>
          </a:p>
          <a:p>
            <a:r>
              <a:rPr lang="es-AR" sz="1600" dirty="0"/>
              <a:t>	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568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C28F-CDB9-E279-F625-C22790C0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9D6224-055E-54A0-DAEC-9513BB70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Espacio para consultas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2E47-8D43-AFCC-A8DB-39104E44F7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5E248A4-7082-6CC9-CAED-F86778294CF9}"/>
              </a:ext>
            </a:extLst>
          </p:cNvPr>
          <p:cNvSpPr txBox="1">
            <a:spLocks/>
          </p:cNvSpPr>
          <p:nvPr/>
        </p:nvSpPr>
        <p:spPr bwMode="gray">
          <a:xfrm>
            <a:off x="273863" y="1309270"/>
            <a:ext cx="8605227" cy="4655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600"/>
              </a:spcBef>
              <a:buFont typeface="ABBvoiceOffice" panose="020D0603020503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600" dirty="0"/>
              <a:t>	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6782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68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BB Master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3C3C3C"/>
      </a:accent1>
      <a:accent2>
        <a:srgbClr val="505050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2"/>
        </a:solidFill>
        <a:ln>
          <a:noFill/>
        </a:ln>
      </a:spPr>
      <a:bodyPr lIns="72000" tIns="72000" rIns="72000" bIns="72000"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72000" tIns="72000" rIns="72000" bIns="72000" rtlCol="0">
        <a:noAutofit/>
      </a:bodyPr>
      <a:lstStyle>
        <a:defPPr>
          <a:defRPr sz="14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BB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1E1E1E"/>
      </a:accent1>
      <a:accent2>
        <a:srgbClr val="3C3C3C"/>
      </a:accent2>
      <a:accent3>
        <a:srgbClr val="6E6E6E"/>
      </a:accent3>
      <a:accent4>
        <a:srgbClr val="A0A0A0"/>
      </a:accent4>
      <a:accent5>
        <a:srgbClr val="D2D2D2"/>
      </a:accent5>
      <a:accent6>
        <a:srgbClr val="F0F0F0"/>
      </a:accent6>
      <a:hlink>
        <a:srgbClr val="D90000"/>
      </a:hlink>
      <a:folHlink>
        <a:srgbClr val="FF000F"/>
      </a:folHlink>
    </a:clrScheme>
    <a:fontScheme name="ABBvoiceOffice">
      <a:majorFont>
        <a:latin typeface="ABBvoiceOffice"/>
        <a:ea typeface="ABBvoiceOffice"/>
        <a:cs typeface="ABBvoiceOffice"/>
      </a:majorFont>
      <a:minorFont>
        <a:latin typeface="ABBvoiceOffice"/>
        <a:ea typeface="ABBvoiceOffice"/>
        <a:cs typeface="ABBvoice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ECC8A9375D414D98D3DBF7F6A5A1A7" ma:contentTypeVersion="19" ma:contentTypeDescription="Create a new document." ma:contentTypeScope="" ma:versionID="367d11fbfa1476058e648645e05730b7">
  <xsd:schema xmlns:xsd="http://www.w3.org/2001/XMLSchema" xmlns:xs="http://www.w3.org/2001/XMLSchema" xmlns:p="http://schemas.microsoft.com/office/2006/metadata/properties" xmlns:ns2="4bf8b202-853e-4709-a917-5dcc675b57f6" xmlns:ns3="cb4aa071-770d-4eb7-b41a-2545fb2d90fc" xmlns:ns4="71d29222-2c5f-45ad-9aa5-4c2d15fddbe9" targetNamespace="http://schemas.microsoft.com/office/2006/metadata/properties" ma:root="true" ma:fieldsID="1a4717dc9872dd2b8d106c5bc5ce9802" ns2:_="" ns3:_="" ns4:_="">
    <xsd:import namespace="4bf8b202-853e-4709-a917-5dcc675b57f6"/>
    <xsd:import namespace="cb4aa071-770d-4eb7-b41a-2545fb2d90fc"/>
    <xsd:import namespace="71d29222-2c5f-45ad-9aa5-4c2d15fddbe9"/>
    <xsd:element name="properties">
      <xsd:complexType>
        <xsd:sequence>
          <xsd:element name="documentManagement">
            <xsd:complexType>
              <xsd:all>
                <xsd:element ref="ns2:linkSalesforce" minOccurs="0"/>
                <xsd:element ref="ns2:nroCliente" minOccurs="0"/>
                <xsd:element ref="ns2:linkFormulario" minOccurs="0"/>
                <xsd:element ref="ns2:PEP" minOccurs="0"/>
                <xsd:element ref="ns2:ordenDeVentaSAP" minOccurs="0"/>
                <xsd:element ref="ns2:PM_OH" minOccurs="0"/>
                <xsd:element ref="ns2:nroDeProyecto" minOccurs="0"/>
                <xsd:element ref="ns3:lcf76f155ced4ddcb4097134ff3c332f" minOccurs="0"/>
                <xsd:element ref="ns4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f8b202-853e-4709-a917-5dcc675b57f6" elementFormDefault="qualified">
    <xsd:import namespace="http://schemas.microsoft.com/office/2006/documentManagement/types"/>
    <xsd:import namespace="http://schemas.microsoft.com/office/infopath/2007/PartnerControls"/>
    <xsd:element name="linkSalesforce" ma:index="8" nillable="true" ma:displayName="linkSalesforce" ma:format="Hyperlink" ma:internalName="linkSalesforc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nroCliente" ma:index="9" nillable="true" ma:displayName="nroCliente" ma:internalName="nroCliente">
      <xsd:simpleType>
        <xsd:restriction base="dms:Text">
          <xsd:maxLength value="255"/>
        </xsd:restriction>
      </xsd:simpleType>
    </xsd:element>
    <xsd:element name="linkFormulario" ma:index="10" nillable="true" ma:displayName="linkFormulario" ma:format="Hyperlink" ma:internalName="linkFormulario0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PEP" ma:index="11" nillable="true" ma:displayName="PEP" ma:internalName="PEP">
      <xsd:simpleType>
        <xsd:restriction base="dms:Text">
          <xsd:maxLength value="255"/>
        </xsd:restriction>
      </xsd:simpleType>
    </xsd:element>
    <xsd:element name="ordenDeVentaSAP" ma:index="12" nillable="true" ma:displayName="ordenDeVentaSAP" ma:internalName="ordenDeVentaSAP" ma:readOnly="false">
      <xsd:simpleType>
        <xsd:restriction base="dms:Text">
          <xsd:maxLength value="255"/>
        </xsd:restriction>
      </xsd:simpleType>
    </xsd:element>
    <xsd:element name="PM_OH" ma:index="13" nillable="true" ma:displayName="PM_OH" ma:list="UserInfo" ma:SharePointGroup="79" ma:internalName="PM_OH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nroDeProyecto" ma:index="14" nillable="true" ma:displayName="nroDeProyecto" ma:internalName="nroDeProyecto">
      <xsd:simpleType>
        <xsd:restriction base="dms:Text">
          <xsd:maxLength value="255"/>
        </xsd:restriction>
      </xsd:simpleType>
    </xsd:element>
    <xsd:element name="SharedWithUsers" ma:index="2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4aa071-770d-4eb7-b41a-2545fb2d90f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3e722c5-bebe-4801-a6ac-67aa35eba0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29222-2c5f-45ad-9aa5-4c2d15fddbe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4c86ff9-2931-4d1d-9496-e255f299d955}" ma:internalName="TaxCatchAll" ma:showField="CatchAllData" ma:web="4bf8b202-853e-4709-a917-5dcc675b57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1d29222-2c5f-45ad-9aa5-4c2d15fddbe9" xsi:nil="true"/>
    <nroCliente xmlns="4bf8b202-853e-4709-a917-5dcc675b57f6">1025607</nroCliente>
    <linkSalesforce xmlns="4bf8b202-853e-4709-a917-5dcc675b57f6">
      <Url xsi:nil="true"/>
      <Description xsi:nil="true"/>
    </linkSalesforce>
    <PM_OH xmlns="4bf8b202-853e-4709-a917-5dcc675b57f6">
      <UserInfo>
        <DisplayName/>
        <AccountId>24</AccountId>
        <AccountType/>
      </UserInfo>
    </PM_OH>
    <linkFormulario xmlns="4bf8b202-853e-4709-a917-5dcc675b57f6">
      <Url xsi:nil="true"/>
      <Description xsi:nil="true"/>
    </linkFormulario>
    <PEP xmlns="4bf8b202-853e-4709-a917-5dcc675b57f6">4508944971/3</PEP>
    <ordenDeVentaSAP xmlns="4bf8b202-853e-4709-a917-5dcc675b57f6">672318 / 672320</ordenDeVentaSAP>
    <nroDeProyecto xmlns="4bf8b202-853e-4709-a917-5dcc675b57f6">R-2631036</nroDeProyecto>
    <lcf76f155ced4ddcb4097134ff3c332f xmlns="cb4aa071-770d-4eb7-b41a-2545fb2d90f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0614C9C-43A4-431E-99AA-F81340B17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f8b202-853e-4709-a917-5dcc675b57f6"/>
    <ds:schemaRef ds:uri="cb4aa071-770d-4eb7-b41a-2545fb2d90fc"/>
    <ds:schemaRef ds:uri="71d29222-2c5f-45ad-9aa5-4c2d15fddb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A9041D-2160-4419-8F21-0C5F34F30B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655C56-8E41-46B1-8FB3-40DA6C82ACC3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1451945c-bc35-48a0-b4f9-ef0587e70dd3"/>
    <ds:schemaRef ds:uri="http://schemas.microsoft.com/office/2006/documentManagement/types"/>
    <ds:schemaRef ds:uri="http://purl.org/dc/dcmitype/"/>
    <ds:schemaRef ds:uri="80da185c-2e49-4f61-a8af-5828dae44b33"/>
    <ds:schemaRef ds:uri="http://schemas.microsoft.com/office/2006/metadata/properties"/>
    <ds:schemaRef ds:uri="http://www.w3.org/XML/1998/namespace"/>
    <ds:schemaRef ds:uri="71d29222-2c5f-45ad-9aa5-4c2d15fddbe9"/>
    <ds:schemaRef ds:uri="76d0c4fe-85ce-4b72-93c7-951d547edc59"/>
    <ds:schemaRef ds:uri="fe7d00ee-2a63-462f-b9d8-98ee4264597e"/>
    <ds:schemaRef ds:uri="4bf8b202-853e-4709-a917-5dcc675b57f6"/>
    <ds:schemaRef ds:uri="201c20dd-5c02-4eb6-962f-8a2acd49c9f9"/>
    <ds:schemaRef ds:uri="cb4aa071-770d-4eb7-b41a-2545fb2d90fc"/>
  </ds:schemaRefs>
</ds:datastoreItem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10315</TotalTime>
  <Words>1224</Words>
  <Application>Microsoft Office PowerPoint</Application>
  <PresentationFormat>On-screen Show (4:3)</PresentationFormat>
  <Paragraphs>187</Paragraphs>
  <Slides>14</Slides>
  <Notes>10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ABBvoiceOffice</vt:lpstr>
      <vt:lpstr>Symbol</vt:lpstr>
      <vt:lpstr>Wingdings</vt:lpstr>
      <vt:lpstr>Calibri</vt:lpstr>
      <vt:lpstr>Arial</vt:lpstr>
      <vt:lpstr>ABB Master</vt:lpstr>
      <vt:lpstr>Package</vt:lpstr>
      <vt:lpstr>Microsoft Excel Worksheet</vt:lpstr>
      <vt:lpstr>Pluspetrol - AESA –  La Calera II OC 45089944971 y 4508944973 - R-2631036  </vt:lpstr>
      <vt:lpstr>Agenda</vt:lpstr>
      <vt:lpstr>Equipo de Proyecto de ABB</vt:lpstr>
      <vt:lpstr>Equipo de Proyecto de ABB</vt:lpstr>
      <vt:lpstr>Equipo de Proyecto de AESA</vt:lpstr>
      <vt:lpstr>Plan de Comunicación </vt:lpstr>
      <vt:lpstr>Alcance de la provisión</vt:lpstr>
      <vt:lpstr>Alcance de la provisión</vt:lpstr>
      <vt:lpstr>Condiciones Comerciales </vt:lpstr>
      <vt:lpstr>Condiciones Comerciales </vt:lpstr>
      <vt:lpstr>Documentación del proyecto</vt:lpstr>
      <vt:lpstr>Temas pendientes</vt:lpstr>
      <vt:lpstr>Espacio para consultas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</dc:creator>
  <cp:lastModifiedBy>Rodrigo Mack</cp:lastModifiedBy>
  <cp:revision>330</cp:revision>
  <cp:lastPrinted>2016-11-30T16:53:33Z</cp:lastPrinted>
  <dcterms:created xsi:type="dcterms:W3CDTF">2016-10-27T06:56:12Z</dcterms:created>
  <dcterms:modified xsi:type="dcterms:W3CDTF">2026-05-15T15:49:20Z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0x010100BCECC8A9375D414D98D3DBF7F6A5A1A7</vt:lpwstr>
  </property>
  <property fmtid="{D5CDD505-2E9C-101B-9397-08002B2CF9AE}" pid="3" name="_docset_NoMedatataSyncRequired">
    <vt:lpwstr>False</vt:lpwstr>
  </property>
  <property fmtid="{D5CDD505-2E9C-101B-9397-08002B2CF9AE}" pid="4" name="MediaServiceImageTags">
    <vt:lpwstr/>
  </property>
</Properties>
</file>