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5"/>
    <p:sldMasterId id="2147483655" r:id="rId6"/>
    <p:sldMasterId id="2147483665" r:id="rId7"/>
  </p:sldMasterIdLst>
  <p:notesMasterIdLst>
    <p:notesMasterId r:id="rId17"/>
  </p:notesMasterIdLst>
  <p:sldIdLst>
    <p:sldId id="256" r:id="rId8"/>
    <p:sldId id="257" r:id="rId9"/>
    <p:sldId id="339" r:id="rId10"/>
    <p:sldId id="263" r:id="rId11"/>
    <p:sldId id="264" r:id="rId12"/>
    <p:sldId id="265" r:id="rId13"/>
    <p:sldId id="267" r:id="rId14"/>
    <p:sldId id="338" r:id="rId15"/>
    <p:sldId id="269" r:id="rId16"/>
  </p:sldIdLst>
  <p:sldSz cx="12192000" cy="6858000"/>
  <p:notesSz cx="6858000" cy="9144000"/>
  <p:embeddedFontLst>
    <p:embeddedFont>
      <p:font typeface="Helvetica Neue" panose="020B0604020202020204" charset="-52"/>
      <p:regular r:id="rId18"/>
      <p:bold r:id="rId19"/>
      <p:italic r:id="rId20"/>
      <p:boldItalic r:id="rId21"/>
    </p:embeddedFont>
    <p:embeddedFont>
      <p:font typeface="Inter" panose="020B0604020202020204" charset="0"/>
      <p:regular r:id="rId22"/>
      <p:bold r:id="rId23"/>
    </p:embeddedFont>
    <p:embeddedFont>
      <p:font typeface="Inter Medium" panose="020B0604020202020204" charset="0"/>
      <p:regular r:id="rId24"/>
      <p:bold r:id="rId25"/>
    </p:embeddedFont>
    <p:embeddedFont>
      <p:font typeface="Open Sans Medium" panose="020B0604020202020204" charset="0"/>
      <p:regular r:id="rId26"/>
      <p:bold r:id="rId27"/>
      <p:italic r:id="rId28"/>
      <p:boldItalic r:id="rId29"/>
    </p:embeddedFont>
    <p:embeddedFont>
      <p:font typeface="Verdana" panose="020B060403050404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ik1POljm8safn0hieDeaWhBipX9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4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46"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24" Type="http://schemas.openxmlformats.org/officeDocument/2006/relationships/font" Target="fonts/font7.fntdata"/><Relationship Id="rId32" Type="http://schemas.openxmlformats.org/officeDocument/2006/relationships/font" Target="fonts/font15.fntdata"/><Relationship Id="rId45" Type="http://customschemas.google.com/relationships/presentationmetadata" Target="metadata"/><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font" Target="fonts/font6.fntdata"/><Relationship Id="rId28" Type="http://schemas.openxmlformats.org/officeDocument/2006/relationships/font" Target="fonts/font11.fntdata"/><Relationship Id="rId49"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48"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IRPARO, DARIO FERNANDO" userId="a2fca38f-528d-4d8c-8de0-0ab98c4e5e45" providerId="ADAL" clId="{B2BBB3D7-9276-4714-8D4B-6E57D3D06075}"/>
    <pc:docChg chg="undo custSel addSld delSld">
      <pc:chgData name="STIRPARO, DARIO FERNANDO" userId="a2fca38f-528d-4d8c-8de0-0ab98c4e5e45" providerId="ADAL" clId="{B2BBB3D7-9276-4714-8D4B-6E57D3D06075}" dt="2026-08-13T17:48:21.962" v="9" actId="47"/>
      <pc:docMkLst>
        <pc:docMk/>
      </pc:docMkLst>
      <pc:sldChg chg="add del">
        <pc:chgData name="STIRPARO, DARIO FERNANDO" userId="a2fca38f-528d-4d8c-8de0-0ab98c4e5e45" providerId="ADAL" clId="{B2BBB3D7-9276-4714-8D4B-6E57D3D06075}" dt="2026-08-13T17:47:21.104" v="2" actId="47"/>
        <pc:sldMkLst>
          <pc:docMk/>
          <pc:sldMk cId="0" sldId="257"/>
        </pc:sldMkLst>
      </pc:sldChg>
      <pc:sldChg chg="del">
        <pc:chgData name="STIRPARO, DARIO FERNANDO" userId="a2fca38f-528d-4d8c-8de0-0ab98c4e5e45" providerId="ADAL" clId="{B2BBB3D7-9276-4714-8D4B-6E57D3D06075}" dt="2026-08-13T17:47:14.118" v="0" actId="47"/>
        <pc:sldMkLst>
          <pc:docMk/>
          <pc:sldMk cId="0" sldId="258"/>
        </pc:sldMkLst>
      </pc:sldChg>
      <pc:sldChg chg="del">
        <pc:chgData name="STIRPARO, DARIO FERNANDO" userId="a2fca38f-528d-4d8c-8de0-0ab98c4e5e45" providerId="ADAL" clId="{B2BBB3D7-9276-4714-8D4B-6E57D3D06075}" dt="2026-08-13T17:47:23.263" v="3" actId="47"/>
        <pc:sldMkLst>
          <pc:docMk/>
          <pc:sldMk cId="0" sldId="259"/>
        </pc:sldMkLst>
      </pc:sldChg>
      <pc:sldChg chg="del">
        <pc:chgData name="STIRPARO, DARIO FERNANDO" userId="a2fca38f-528d-4d8c-8de0-0ab98c4e5e45" providerId="ADAL" clId="{B2BBB3D7-9276-4714-8D4B-6E57D3D06075}" dt="2026-08-13T17:47:27.180" v="4" actId="47"/>
        <pc:sldMkLst>
          <pc:docMk/>
          <pc:sldMk cId="0" sldId="260"/>
        </pc:sldMkLst>
      </pc:sldChg>
      <pc:sldChg chg="del">
        <pc:chgData name="STIRPARO, DARIO FERNANDO" userId="a2fca38f-528d-4d8c-8de0-0ab98c4e5e45" providerId="ADAL" clId="{B2BBB3D7-9276-4714-8D4B-6E57D3D06075}" dt="2026-08-13T17:47:28.929" v="5" actId="47"/>
        <pc:sldMkLst>
          <pc:docMk/>
          <pc:sldMk cId="0" sldId="261"/>
        </pc:sldMkLst>
      </pc:sldChg>
      <pc:sldChg chg="del">
        <pc:chgData name="STIRPARO, DARIO FERNANDO" userId="a2fca38f-528d-4d8c-8de0-0ab98c4e5e45" providerId="ADAL" clId="{B2BBB3D7-9276-4714-8D4B-6E57D3D06075}" dt="2026-08-13T17:47:33.494" v="6" actId="47"/>
        <pc:sldMkLst>
          <pc:docMk/>
          <pc:sldMk cId="0" sldId="262"/>
        </pc:sldMkLst>
      </pc:sldChg>
      <pc:sldChg chg="del">
        <pc:chgData name="STIRPARO, DARIO FERNANDO" userId="a2fca38f-528d-4d8c-8de0-0ab98c4e5e45" providerId="ADAL" clId="{B2BBB3D7-9276-4714-8D4B-6E57D3D06075}" dt="2026-08-13T17:47:49.082" v="7" actId="47"/>
        <pc:sldMkLst>
          <pc:docMk/>
          <pc:sldMk cId="0" sldId="266"/>
        </pc:sldMkLst>
      </pc:sldChg>
      <pc:sldChg chg="del">
        <pc:chgData name="STIRPARO, DARIO FERNANDO" userId="a2fca38f-528d-4d8c-8de0-0ab98c4e5e45" providerId="ADAL" clId="{B2BBB3D7-9276-4714-8D4B-6E57D3D06075}" dt="2026-08-13T17:48:12.128" v="8" actId="47"/>
        <pc:sldMkLst>
          <pc:docMk/>
          <pc:sldMk cId="0" sldId="268"/>
        </pc:sldMkLst>
      </pc:sldChg>
      <pc:sldChg chg="del">
        <pc:chgData name="STIRPARO, DARIO FERNANDO" userId="a2fca38f-528d-4d8c-8de0-0ab98c4e5e45" providerId="ADAL" clId="{B2BBB3D7-9276-4714-8D4B-6E57D3D06075}" dt="2026-08-13T17:48:21.962" v="9" actId="47"/>
        <pc:sldMkLst>
          <pc:docMk/>
          <pc:sldMk cId="742626671" sldId="340"/>
        </pc:sldMkLst>
      </pc:sldChg>
      <pc:sldMasterChg chg="delSldLayout">
        <pc:chgData name="STIRPARO, DARIO FERNANDO" userId="a2fca38f-528d-4d8c-8de0-0ab98c4e5e45" providerId="ADAL" clId="{B2BBB3D7-9276-4714-8D4B-6E57D3D06075}" dt="2026-08-13T17:47:49.082" v="7" actId="47"/>
        <pc:sldMasterMkLst>
          <pc:docMk/>
          <pc:sldMasterMk cId="0" sldId="2147483648"/>
        </pc:sldMasterMkLst>
        <pc:sldLayoutChg chg="del">
          <pc:chgData name="STIRPARO, DARIO FERNANDO" userId="a2fca38f-528d-4d8c-8de0-0ab98c4e5e45" providerId="ADAL" clId="{B2BBB3D7-9276-4714-8D4B-6E57D3D06075}" dt="2026-08-13T17:47:49.082" v="7" actId="47"/>
          <pc:sldLayoutMkLst>
            <pc:docMk/>
            <pc:sldMasterMk cId="0" sldId="2147483648"/>
            <pc:sldLayoutMk cId="0" sldId="2147483652"/>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Series 1</c:v>
                </c:pt>
              </c:strCache>
            </c:strRef>
          </c:tx>
          <c:spPr>
            <a:solidFill>
              <a:srgbClr val="0094D3"/>
            </a:solidFill>
            <a:ln>
              <a:noFill/>
            </a:ln>
            <a:effectLst/>
          </c:spPr>
          <c:invertIfNegative val="0"/>
          <c:dPt>
            <c:idx val="0"/>
            <c:invertIfNegative val="0"/>
            <c:bubble3D val="0"/>
            <c:extLst>
              <c:ext xmlns:c16="http://schemas.microsoft.com/office/drawing/2014/chart" uri="{C3380CC4-5D6E-409C-BE32-E72D297353CC}">
                <c16:uniqueId val="{00000000-BC77-4257-A6A1-D0072B4BA383}"/>
              </c:ext>
            </c:extLst>
          </c:dPt>
          <c:dPt>
            <c:idx val="1"/>
            <c:invertIfNegative val="0"/>
            <c:bubble3D val="0"/>
            <c:extLst>
              <c:ext xmlns:c16="http://schemas.microsoft.com/office/drawing/2014/chart" uri="{C3380CC4-5D6E-409C-BE32-E72D297353CC}">
                <c16:uniqueId val="{00000001-BC77-4257-A6A1-D0072B4BA383}"/>
              </c:ext>
            </c:extLst>
          </c:dPt>
          <c:dPt>
            <c:idx val="2"/>
            <c:invertIfNegative val="0"/>
            <c:bubble3D val="0"/>
            <c:extLst>
              <c:ext xmlns:c16="http://schemas.microsoft.com/office/drawing/2014/chart" uri="{C3380CC4-5D6E-409C-BE32-E72D297353CC}">
                <c16:uniqueId val="{00000002-BC77-4257-A6A1-D0072B4BA383}"/>
              </c:ext>
            </c:extLst>
          </c:dPt>
          <c:dPt>
            <c:idx val="3"/>
            <c:invertIfNegative val="0"/>
            <c:bubble3D val="0"/>
            <c:extLst>
              <c:ext xmlns:c16="http://schemas.microsoft.com/office/drawing/2014/chart" uri="{C3380CC4-5D6E-409C-BE32-E72D297353CC}">
                <c16:uniqueId val="{00000003-BC77-4257-A6A1-D0072B4BA383}"/>
              </c:ext>
            </c:extLst>
          </c:dPt>
          <c:cat>
            <c:numRef>
              <c:f>Sheet1!$A$2:$A$5</c:f>
              <c:numCache>
                <c:formatCode>General</c:formatCode>
                <c:ptCount val="4"/>
                <c:pt idx="0">
                  <c:v>1990</c:v>
                </c:pt>
                <c:pt idx="1">
                  <c:v>2000</c:v>
                </c:pt>
                <c:pt idx="2">
                  <c:v>2010</c:v>
                </c:pt>
                <c:pt idx="3">
                  <c:v>2020</c:v>
                </c:pt>
              </c:numCache>
            </c:numRef>
          </c:cat>
          <c:val>
            <c:numRef>
              <c:f>Sheet1!$B$2:$B$5</c:f>
              <c:numCache>
                <c:formatCode>General</c:formatCode>
                <c:ptCount val="4"/>
                <c:pt idx="0">
                  <c:v>7</c:v>
                </c:pt>
                <c:pt idx="1">
                  <c:v>2.5</c:v>
                </c:pt>
                <c:pt idx="2">
                  <c:v>4.5</c:v>
                </c:pt>
                <c:pt idx="3">
                  <c:v>0.8</c:v>
                </c:pt>
              </c:numCache>
            </c:numRef>
          </c:val>
          <c:extLst>
            <c:ext xmlns:c16="http://schemas.microsoft.com/office/drawing/2014/chart" uri="{C3380CC4-5D6E-409C-BE32-E72D297353CC}">
              <c16:uniqueId val="{00000004-BC77-4257-A6A1-D0072B4BA383}"/>
            </c:ext>
          </c:extLst>
        </c:ser>
        <c:ser>
          <c:idx val="1"/>
          <c:order val="1"/>
          <c:tx>
            <c:strRef>
              <c:f>Sheet1!$C$1</c:f>
              <c:strCache>
                <c:ptCount val="1"/>
                <c:pt idx="0">
                  <c:v>Series 2</c:v>
                </c:pt>
              </c:strCache>
            </c:strRef>
          </c:tx>
          <c:spPr>
            <a:solidFill>
              <a:srgbClr val="005A82"/>
            </a:solidFill>
            <a:ln>
              <a:noFill/>
            </a:ln>
            <a:effectLst/>
          </c:spPr>
          <c:invertIfNegative val="0"/>
          <c:cat>
            <c:numRef>
              <c:f>Sheet1!$A$2:$A$5</c:f>
              <c:numCache>
                <c:formatCode>General</c:formatCode>
                <c:ptCount val="4"/>
                <c:pt idx="0">
                  <c:v>1990</c:v>
                </c:pt>
                <c:pt idx="1">
                  <c:v>2000</c:v>
                </c:pt>
                <c:pt idx="2">
                  <c:v>2010</c:v>
                </c:pt>
                <c:pt idx="3">
                  <c:v>2020</c:v>
                </c:pt>
              </c:numCache>
            </c:num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5-BC77-4257-A6A1-D0072B4BA383}"/>
            </c:ext>
          </c:extLst>
        </c:ser>
        <c:dLbls>
          <c:showLegendKey val="0"/>
          <c:showVal val="0"/>
          <c:showCatName val="0"/>
          <c:showSerName val="0"/>
          <c:showPercent val="0"/>
          <c:showBubbleSize val="0"/>
        </c:dLbls>
        <c:gapWidth val="150"/>
        <c:overlap val="100"/>
        <c:axId val="222555104"/>
        <c:axId val="222551576"/>
      </c:barChart>
      <c:catAx>
        <c:axId val="222555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crossAx val="222551576"/>
        <c:crosses val="autoZero"/>
        <c:auto val="1"/>
        <c:lblAlgn val="ctr"/>
        <c:lblOffset val="100"/>
        <c:noMultiLvlLbl val="0"/>
      </c:catAx>
      <c:valAx>
        <c:axId val="22255157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crossAx val="2225551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A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B9C80842-334C-824D-1FB0-8BB816E8616E}"/>
            </a:ext>
          </a:extLst>
        </p:cNvPr>
        <p:cNvGrpSpPr/>
        <p:nvPr/>
      </p:nvGrpSpPr>
      <p:grpSpPr>
        <a:xfrm>
          <a:off x="0" y="0"/>
          <a:ext cx="0" cy="0"/>
          <a:chOff x="0" y="0"/>
          <a:chExt cx="0" cy="0"/>
        </a:xfrm>
      </p:grpSpPr>
      <p:sp>
        <p:nvSpPr>
          <p:cNvPr id="156" name="Google Shape;156;p6:notes">
            <a:extLst>
              <a:ext uri="{FF2B5EF4-FFF2-40B4-BE49-F238E27FC236}">
                <a16:creationId xmlns:a16="http://schemas.microsoft.com/office/drawing/2014/main" id="{6BC1ED19-AC1E-DB0A-B4B1-D4E385F76A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6:notes">
            <a:extLst>
              <a:ext uri="{FF2B5EF4-FFF2-40B4-BE49-F238E27FC236}">
                <a16:creationId xmlns:a16="http://schemas.microsoft.com/office/drawing/2014/main" id="{35379B2E-64DF-6A14-C14C-52065533ADA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6:notes">
            <a:extLst>
              <a:ext uri="{FF2B5EF4-FFF2-40B4-BE49-F238E27FC236}">
                <a16:creationId xmlns:a16="http://schemas.microsoft.com/office/drawing/2014/main" id="{6F0E1489-D60F-B3F1-7614-09D8C2C1C84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extLst>
      <p:ext uri="{BB962C8B-B14F-4D97-AF65-F5344CB8AC3E}">
        <p14:creationId xmlns:p14="http://schemas.microsoft.com/office/powerpoint/2010/main" val="3454681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2b01c2e7b14_0_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3" name="Google Shape;483;g2b01c2e7b14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5_Title Only">
  <p:cSld name="5_Title Only">
    <p:spTree>
      <p:nvGrpSpPr>
        <p:cNvPr id="1" name="Shape 15"/>
        <p:cNvGrpSpPr/>
        <p:nvPr/>
      </p:nvGrpSpPr>
      <p:grpSpPr>
        <a:xfrm>
          <a:off x="0" y="0"/>
          <a:ext cx="0" cy="0"/>
          <a:chOff x="0" y="0"/>
          <a:chExt cx="0" cy="0"/>
        </a:xfrm>
      </p:grpSpPr>
      <p:sp>
        <p:nvSpPr>
          <p:cNvPr id="16" name="Google Shape;16;p16"/>
          <p:cNvSpPr>
            <a:spLocks noGrp="1"/>
          </p:cNvSpPr>
          <p:nvPr>
            <p:ph type="pic" idx="2"/>
          </p:nvPr>
        </p:nvSpPr>
        <p:spPr>
          <a:xfrm>
            <a:off x="-13646" y="0"/>
            <a:ext cx="12214745" cy="5507665"/>
          </a:xfrm>
          <a:prstGeom prst="rect">
            <a:avLst/>
          </a:prstGeom>
          <a:noFill/>
          <a:ln>
            <a:noFill/>
          </a:ln>
        </p:spPr>
        <p:txBody>
          <a:bodyPr/>
          <a:lstStyle/>
          <a:p>
            <a:endParaRPr lang="es-AR"/>
          </a:p>
        </p:txBody>
      </p:sp>
      <p:sp>
        <p:nvSpPr>
          <p:cNvPr id="17" name="Google Shape;17;p16"/>
          <p:cNvSpPr txBox="1">
            <a:spLocks noGrp="1"/>
          </p:cNvSpPr>
          <p:nvPr>
            <p:ph type="title"/>
          </p:nvPr>
        </p:nvSpPr>
        <p:spPr>
          <a:xfrm>
            <a:off x="896075" y="434574"/>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262626"/>
              </a:buClr>
              <a:buSzPts val="4400"/>
              <a:buFont typeface="Arial"/>
              <a:buNone/>
              <a:defRPr sz="4400" b="1" i="0" u="none" strike="noStrike" cap="none">
                <a:solidFill>
                  <a:srgbClr val="26262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16"/>
          <p:cNvSpPr txBox="1">
            <a:spLocks noGrp="1"/>
          </p:cNvSpPr>
          <p:nvPr>
            <p:ph type="sldNum" idx="12"/>
          </p:nvPr>
        </p:nvSpPr>
        <p:spPr>
          <a:xfrm>
            <a:off x="76634" y="5561679"/>
            <a:ext cx="343442" cy="365126"/>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Only">
  <p:cSld name="2_Title Only">
    <p:spTree>
      <p:nvGrpSpPr>
        <p:cNvPr id="1" name="Shape 19"/>
        <p:cNvGrpSpPr/>
        <p:nvPr/>
      </p:nvGrpSpPr>
      <p:grpSpPr>
        <a:xfrm>
          <a:off x="0" y="0"/>
          <a:ext cx="0" cy="0"/>
          <a:chOff x="0" y="0"/>
          <a:chExt cx="0" cy="0"/>
        </a:xfrm>
      </p:grpSpPr>
      <p:sp>
        <p:nvSpPr>
          <p:cNvPr id="20" name="Google Shape;20;p17"/>
          <p:cNvSpPr>
            <a:spLocks noGrp="1"/>
          </p:cNvSpPr>
          <p:nvPr>
            <p:ph type="pic" idx="2"/>
          </p:nvPr>
        </p:nvSpPr>
        <p:spPr>
          <a:xfrm>
            <a:off x="5272088" y="0"/>
            <a:ext cx="6919912" cy="6858000"/>
          </a:xfrm>
          <a:prstGeom prst="rect">
            <a:avLst/>
          </a:prstGeom>
          <a:noFill/>
          <a:ln>
            <a:noFill/>
          </a:ln>
        </p:spPr>
      </p:sp>
      <p:sp>
        <p:nvSpPr>
          <p:cNvPr id="21" name="Google Shape;21;p17"/>
          <p:cNvSpPr txBox="1">
            <a:spLocks noGrp="1"/>
          </p:cNvSpPr>
          <p:nvPr>
            <p:ph type="title"/>
          </p:nvPr>
        </p:nvSpPr>
        <p:spPr>
          <a:xfrm>
            <a:off x="896075" y="434574"/>
            <a:ext cx="408852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262626"/>
              </a:buClr>
              <a:buSzPts val="4400"/>
              <a:buFont typeface="Arial"/>
              <a:buNone/>
              <a:defRPr sz="4400" b="1" i="0" u="none" strike="noStrike" cap="none">
                <a:solidFill>
                  <a:srgbClr val="26262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2" name="Google Shape;22;p17"/>
          <p:cNvSpPr txBox="1">
            <a:spLocks noGrp="1"/>
          </p:cNvSpPr>
          <p:nvPr>
            <p:ph type="sldNum" idx="12"/>
          </p:nvPr>
        </p:nvSpPr>
        <p:spPr>
          <a:xfrm>
            <a:off x="76634" y="5561679"/>
            <a:ext cx="343442" cy="365126"/>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18"/>
          <p:cNvSpPr txBox="1">
            <a:spLocks noGrp="1"/>
          </p:cNvSpPr>
          <p:nvPr>
            <p:ph type="title"/>
          </p:nvPr>
        </p:nvSpPr>
        <p:spPr>
          <a:xfrm>
            <a:off x="896075" y="434574"/>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262626"/>
              </a:buClr>
              <a:buSzPts val="4400"/>
              <a:buFont typeface="Arial"/>
              <a:buNone/>
              <a:defRPr sz="4400" b="1" i="0" u="none" strike="noStrike" cap="none">
                <a:solidFill>
                  <a:srgbClr val="26262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 name="Google Shape;25;p18"/>
          <p:cNvSpPr txBox="1">
            <a:spLocks noGrp="1"/>
          </p:cNvSpPr>
          <p:nvPr>
            <p:ph type="sldNum" idx="12"/>
          </p:nvPr>
        </p:nvSpPr>
        <p:spPr>
          <a:xfrm>
            <a:off x="76634" y="5561679"/>
            <a:ext cx="343442" cy="365126"/>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9_Title Only">
  <p:cSld name="9_Title Only">
    <p:spTree>
      <p:nvGrpSpPr>
        <p:cNvPr id="1" name="Shape 32"/>
        <p:cNvGrpSpPr/>
        <p:nvPr/>
      </p:nvGrpSpPr>
      <p:grpSpPr>
        <a:xfrm>
          <a:off x="0" y="0"/>
          <a:ext cx="0" cy="0"/>
          <a:chOff x="0" y="0"/>
          <a:chExt cx="0" cy="0"/>
        </a:xfrm>
      </p:grpSpPr>
      <p:sp>
        <p:nvSpPr>
          <p:cNvPr id="33" name="Google Shape;33;p20"/>
          <p:cNvSpPr>
            <a:spLocks noGrp="1"/>
          </p:cNvSpPr>
          <p:nvPr>
            <p:ph type="pic" idx="2"/>
          </p:nvPr>
        </p:nvSpPr>
        <p:spPr>
          <a:xfrm>
            <a:off x="496711" y="3589866"/>
            <a:ext cx="3714043" cy="3268133"/>
          </a:xfrm>
          <a:prstGeom prst="rect">
            <a:avLst/>
          </a:prstGeom>
          <a:noFill/>
          <a:ln>
            <a:noFill/>
          </a:ln>
        </p:spPr>
      </p:sp>
      <p:sp>
        <p:nvSpPr>
          <p:cNvPr id="34" name="Google Shape;34;p20"/>
          <p:cNvSpPr>
            <a:spLocks noGrp="1"/>
          </p:cNvSpPr>
          <p:nvPr>
            <p:ph type="pic" idx="3"/>
          </p:nvPr>
        </p:nvSpPr>
        <p:spPr>
          <a:xfrm>
            <a:off x="4210755" y="0"/>
            <a:ext cx="7981246" cy="4786092"/>
          </a:xfrm>
          <a:prstGeom prst="rect">
            <a:avLst/>
          </a:prstGeom>
          <a:noFill/>
          <a:ln>
            <a:noFill/>
          </a:ln>
        </p:spPr>
      </p:sp>
      <p:sp>
        <p:nvSpPr>
          <p:cNvPr id="35" name="Google Shape;35;p20"/>
          <p:cNvSpPr txBox="1">
            <a:spLocks noGrp="1"/>
          </p:cNvSpPr>
          <p:nvPr>
            <p:ph type="title"/>
          </p:nvPr>
        </p:nvSpPr>
        <p:spPr>
          <a:xfrm>
            <a:off x="896075" y="434574"/>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262626"/>
              </a:buClr>
              <a:buSzPts val="4400"/>
              <a:buFont typeface="Arial"/>
              <a:buNone/>
              <a:defRPr sz="4400" b="1" i="0" u="none" strike="noStrike" cap="none">
                <a:solidFill>
                  <a:srgbClr val="26262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6" name="Google Shape;36;p20"/>
          <p:cNvSpPr txBox="1">
            <a:spLocks noGrp="1"/>
          </p:cNvSpPr>
          <p:nvPr>
            <p:ph type="sldNum" idx="12"/>
          </p:nvPr>
        </p:nvSpPr>
        <p:spPr>
          <a:xfrm>
            <a:off x="76634" y="5561679"/>
            <a:ext cx="343442" cy="365126"/>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
        <p:nvSpPr>
          <p:cNvPr id="37" name="Google Shape;37;p20"/>
          <p:cNvSpPr/>
          <p:nvPr/>
        </p:nvSpPr>
        <p:spPr>
          <a:xfrm>
            <a:off x="4210757" y="4786093"/>
            <a:ext cx="7981244" cy="2071907"/>
          </a:xfrm>
          <a:prstGeom prst="rect">
            <a:avLst/>
          </a:prstGeom>
          <a:solidFill>
            <a:srgbClr val="0094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38"/>
        <p:cNvGrpSpPr/>
        <p:nvPr/>
      </p:nvGrpSpPr>
      <p:grpSpPr>
        <a:xfrm>
          <a:off x="0" y="0"/>
          <a:ext cx="0" cy="0"/>
          <a:chOff x="0" y="0"/>
          <a:chExt cx="0" cy="0"/>
        </a:xfrm>
      </p:grpSpPr>
      <p:sp>
        <p:nvSpPr>
          <p:cNvPr id="39" name="Google Shape;39;p23"/>
          <p:cNvSpPr>
            <a:spLocks noGrp="1"/>
          </p:cNvSpPr>
          <p:nvPr>
            <p:ph type="pic" idx="2"/>
          </p:nvPr>
        </p:nvSpPr>
        <p:spPr>
          <a:xfrm>
            <a:off x="0" y="0"/>
            <a:ext cx="12192000" cy="6858000"/>
          </a:xfrm>
          <a:prstGeom prst="rect">
            <a:avLst/>
          </a:prstGeom>
          <a:noFill/>
          <a:ln>
            <a:noFill/>
          </a:ln>
        </p:spPr>
      </p:sp>
      <p:sp>
        <p:nvSpPr>
          <p:cNvPr id="40" name="Google Shape;40;p23"/>
          <p:cNvSpPr txBox="1">
            <a:spLocks noGrp="1"/>
          </p:cNvSpPr>
          <p:nvPr>
            <p:ph type="title"/>
          </p:nvPr>
        </p:nvSpPr>
        <p:spPr>
          <a:xfrm>
            <a:off x="896075" y="434574"/>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262626"/>
              </a:buClr>
              <a:buSzPts val="4400"/>
              <a:buFont typeface="Arial"/>
              <a:buNone/>
              <a:defRPr sz="4400" b="1" i="0" u="none" strike="noStrike" cap="none">
                <a:solidFill>
                  <a:srgbClr val="26262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1" name="Google Shape;41;p23"/>
          <p:cNvSpPr txBox="1">
            <a:spLocks noGrp="1"/>
          </p:cNvSpPr>
          <p:nvPr>
            <p:ph type="sldNum" idx="12"/>
          </p:nvPr>
        </p:nvSpPr>
        <p:spPr>
          <a:xfrm>
            <a:off x="76634" y="5561679"/>
            <a:ext cx="343442" cy="365126"/>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51"/>
        <p:cNvGrpSpPr/>
        <p:nvPr/>
      </p:nvGrpSpPr>
      <p:grpSpPr>
        <a:xfrm>
          <a:off x="0" y="0"/>
          <a:ext cx="0" cy="0"/>
          <a:chOff x="0" y="0"/>
          <a:chExt cx="0" cy="0"/>
        </a:xfrm>
      </p:grpSpPr>
      <p:sp>
        <p:nvSpPr>
          <p:cNvPr id="52" name="Google Shape;52;g2b01c2e7b14_0_144"/>
          <p:cNvSpPr txBox="1">
            <a:spLocks noGrp="1"/>
          </p:cNvSpPr>
          <p:nvPr>
            <p:ph type="sldNum" idx="12"/>
          </p:nvPr>
        </p:nvSpPr>
        <p:spPr>
          <a:xfrm>
            <a:off x="76634" y="5561679"/>
            <a:ext cx="3435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
        <p:nvSpPr>
          <p:cNvPr id="53" name="Google Shape;53;g2b01c2e7b14_0_144"/>
          <p:cNvSpPr>
            <a:spLocks noGrp="1"/>
          </p:cNvSpPr>
          <p:nvPr>
            <p:ph type="pic" idx="2"/>
          </p:nvPr>
        </p:nvSpPr>
        <p:spPr>
          <a:xfrm>
            <a:off x="0" y="0"/>
            <a:ext cx="12192000" cy="68580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Only" type="titleOnly">
  <p:cSld name="TITLE_ONLY">
    <p:spTree>
      <p:nvGrpSpPr>
        <p:cNvPr id="1" name="Shape 54"/>
        <p:cNvGrpSpPr/>
        <p:nvPr/>
      </p:nvGrpSpPr>
      <p:grpSpPr>
        <a:xfrm>
          <a:off x="0" y="0"/>
          <a:ext cx="0" cy="0"/>
          <a:chOff x="0" y="0"/>
          <a:chExt cx="0" cy="0"/>
        </a:xfrm>
      </p:grpSpPr>
      <p:sp>
        <p:nvSpPr>
          <p:cNvPr id="55" name="Google Shape;55;g2b01c2e7b14_0_139"/>
          <p:cNvSpPr txBox="1">
            <a:spLocks noGrp="1"/>
          </p:cNvSpPr>
          <p:nvPr>
            <p:ph type="title"/>
          </p:nvPr>
        </p:nvSpPr>
        <p:spPr>
          <a:xfrm>
            <a:off x="896075" y="434574"/>
            <a:ext cx="10515600" cy="1325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262626"/>
              </a:buClr>
              <a:buSzPts val="4400"/>
              <a:buFont typeface="Arial"/>
              <a:buNone/>
              <a:defRPr sz="4400" b="1" i="0" u="none" strike="noStrike" cap="none">
                <a:solidFill>
                  <a:srgbClr val="26262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6" name="Google Shape;56;g2b01c2e7b14_0_139"/>
          <p:cNvSpPr txBox="1">
            <a:spLocks noGrp="1"/>
          </p:cNvSpPr>
          <p:nvPr>
            <p:ph type="sldNum" idx="12"/>
          </p:nvPr>
        </p:nvSpPr>
        <p:spPr>
          <a:xfrm>
            <a:off x="76634" y="5561679"/>
            <a:ext cx="3435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9"/>
        <p:cNvGrpSpPr/>
        <p:nvPr/>
      </p:nvGrpSpPr>
      <p:grpSpPr>
        <a:xfrm>
          <a:off x="0" y="0"/>
          <a:ext cx="0" cy="0"/>
          <a:chOff x="0" y="0"/>
          <a:chExt cx="0" cy="0"/>
        </a:xfrm>
      </p:grpSpPr>
      <p:sp>
        <p:nvSpPr>
          <p:cNvPr id="60" name="Google Shape;60;g2b01c2e7b14_0_147"/>
          <p:cNvSpPr txBox="1">
            <a:spLocks noGrp="1"/>
          </p:cNvSpPr>
          <p:nvPr>
            <p:ph type="title"/>
          </p:nvPr>
        </p:nvSpPr>
        <p:spPr>
          <a:xfrm>
            <a:off x="838200" y="401052"/>
            <a:ext cx="10067700" cy="1325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3F3F3F"/>
              </a:buClr>
              <a:buSzPts val="3200"/>
              <a:buFont typeface="Arial"/>
              <a:buNone/>
              <a:defRPr sz="3200" b="1"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1" name="Google Shape;61;g2b01c2e7b14_0_147"/>
          <p:cNvSpPr txBox="1">
            <a:spLocks noGrp="1"/>
          </p:cNvSpPr>
          <p:nvPr>
            <p:ph type="sldNum" idx="12"/>
          </p:nvPr>
        </p:nvSpPr>
        <p:spPr>
          <a:xfrm>
            <a:off x="76634" y="5561679"/>
            <a:ext cx="3435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
        <p:nvSpPr>
          <p:cNvPr id="62" name="Google Shape;62;g2b01c2e7b14_0_147"/>
          <p:cNvSpPr txBox="1">
            <a:spLocks noGrp="1"/>
          </p:cNvSpPr>
          <p:nvPr>
            <p:ph type="body" idx="1"/>
          </p:nvPr>
        </p:nvSpPr>
        <p:spPr>
          <a:xfrm>
            <a:off x="838200" y="1828800"/>
            <a:ext cx="10067700" cy="4460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F3F3F"/>
              </a:buClr>
              <a:buSzPts val="2800"/>
              <a:buFont typeface="Arial"/>
              <a:buNone/>
              <a:defRPr sz="2800" b="0" i="0" u="none" strike="noStrike" cap="none">
                <a:solidFill>
                  <a:srgbClr val="3F3F3F"/>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9_Title Only">
  <p:cSld name="9_Title Only">
    <p:spTree>
      <p:nvGrpSpPr>
        <p:cNvPr id="1" name="Shape 63"/>
        <p:cNvGrpSpPr/>
        <p:nvPr/>
      </p:nvGrpSpPr>
      <p:grpSpPr>
        <a:xfrm>
          <a:off x="0" y="0"/>
          <a:ext cx="0" cy="0"/>
          <a:chOff x="0" y="0"/>
          <a:chExt cx="0" cy="0"/>
        </a:xfrm>
      </p:grpSpPr>
      <p:sp>
        <p:nvSpPr>
          <p:cNvPr id="64" name="Google Shape;64;g2b01c2e7b14_0_151"/>
          <p:cNvSpPr>
            <a:spLocks noGrp="1"/>
          </p:cNvSpPr>
          <p:nvPr>
            <p:ph type="pic" idx="2"/>
          </p:nvPr>
        </p:nvSpPr>
        <p:spPr>
          <a:xfrm>
            <a:off x="496711" y="3589866"/>
            <a:ext cx="3714000" cy="3268200"/>
          </a:xfrm>
          <a:prstGeom prst="rect">
            <a:avLst/>
          </a:prstGeom>
          <a:noFill/>
          <a:ln>
            <a:noFill/>
          </a:ln>
        </p:spPr>
      </p:sp>
      <p:sp>
        <p:nvSpPr>
          <p:cNvPr id="65" name="Google Shape;65;g2b01c2e7b14_0_151"/>
          <p:cNvSpPr>
            <a:spLocks noGrp="1"/>
          </p:cNvSpPr>
          <p:nvPr>
            <p:ph type="pic" idx="3"/>
          </p:nvPr>
        </p:nvSpPr>
        <p:spPr>
          <a:xfrm>
            <a:off x="4210755" y="0"/>
            <a:ext cx="7981200" cy="4786200"/>
          </a:xfrm>
          <a:prstGeom prst="rect">
            <a:avLst/>
          </a:prstGeom>
          <a:noFill/>
          <a:ln>
            <a:noFill/>
          </a:ln>
        </p:spPr>
      </p:sp>
      <p:sp>
        <p:nvSpPr>
          <p:cNvPr id="66" name="Google Shape;66;g2b01c2e7b14_0_151"/>
          <p:cNvSpPr txBox="1">
            <a:spLocks noGrp="1"/>
          </p:cNvSpPr>
          <p:nvPr>
            <p:ph type="title"/>
          </p:nvPr>
        </p:nvSpPr>
        <p:spPr>
          <a:xfrm>
            <a:off x="896075" y="434575"/>
            <a:ext cx="2873100" cy="1427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3F3F3F"/>
              </a:buClr>
              <a:buSzPts val="3200"/>
              <a:buFont typeface="Arial"/>
              <a:buNone/>
              <a:defRPr sz="3200" b="1"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7" name="Google Shape;67;g2b01c2e7b14_0_151"/>
          <p:cNvSpPr txBox="1">
            <a:spLocks noGrp="1"/>
          </p:cNvSpPr>
          <p:nvPr>
            <p:ph type="sldNum" idx="12"/>
          </p:nvPr>
        </p:nvSpPr>
        <p:spPr>
          <a:xfrm>
            <a:off x="76634" y="5561679"/>
            <a:ext cx="3435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
        <p:nvSpPr>
          <p:cNvPr id="68" name="Google Shape;68;g2b01c2e7b14_0_151"/>
          <p:cNvSpPr/>
          <p:nvPr/>
        </p:nvSpPr>
        <p:spPr>
          <a:xfrm>
            <a:off x="4210757" y="4786093"/>
            <a:ext cx="7981200" cy="2071800"/>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9" name="Google Shape;69;g2b01c2e7b14_0_151"/>
          <p:cNvSpPr txBox="1">
            <a:spLocks noGrp="1"/>
          </p:cNvSpPr>
          <p:nvPr>
            <p:ph type="body" idx="1"/>
          </p:nvPr>
        </p:nvSpPr>
        <p:spPr>
          <a:xfrm>
            <a:off x="5027146" y="5261705"/>
            <a:ext cx="2018400" cy="300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0" name="Google Shape;70;g2b01c2e7b14_0_151"/>
          <p:cNvSpPr txBox="1">
            <a:spLocks noGrp="1"/>
          </p:cNvSpPr>
          <p:nvPr>
            <p:ph type="body" idx="4"/>
          </p:nvPr>
        </p:nvSpPr>
        <p:spPr>
          <a:xfrm>
            <a:off x="5027146" y="5659244"/>
            <a:ext cx="157230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1" name="Google Shape;71;g2b01c2e7b14_0_151"/>
          <p:cNvSpPr txBox="1">
            <a:spLocks noGrp="1"/>
          </p:cNvSpPr>
          <p:nvPr>
            <p:ph type="body" idx="5"/>
          </p:nvPr>
        </p:nvSpPr>
        <p:spPr>
          <a:xfrm>
            <a:off x="7639714" y="5261705"/>
            <a:ext cx="2018400" cy="300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2" name="Google Shape;72;g2b01c2e7b14_0_151"/>
          <p:cNvSpPr txBox="1">
            <a:spLocks noGrp="1"/>
          </p:cNvSpPr>
          <p:nvPr>
            <p:ph type="body" idx="6"/>
          </p:nvPr>
        </p:nvSpPr>
        <p:spPr>
          <a:xfrm>
            <a:off x="7639714" y="5659244"/>
            <a:ext cx="157230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3" name="Google Shape;73;g2b01c2e7b14_0_151"/>
          <p:cNvSpPr txBox="1">
            <a:spLocks noGrp="1"/>
          </p:cNvSpPr>
          <p:nvPr>
            <p:ph type="body" idx="7"/>
          </p:nvPr>
        </p:nvSpPr>
        <p:spPr>
          <a:xfrm>
            <a:off x="10308741" y="5261705"/>
            <a:ext cx="2018400" cy="300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4" name="Google Shape;74;g2b01c2e7b14_0_151"/>
          <p:cNvSpPr txBox="1">
            <a:spLocks noGrp="1"/>
          </p:cNvSpPr>
          <p:nvPr>
            <p:ph type="body" idx="8"/>
          </p:nvPr>
        </p:nvSpPr>
        <p:spPr>
          <a:xfrm>
            <a:off x="10308741" y="5659244"/>
            <a:ext cx="157230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5" name="Google Shape;75;g2b01c2e7b14_0_151"/>
          <p:cNvSpPr txBox="1">
            <a:spLocks noGrp="1"/>
          </p:cNvSpPr>
          <p:nvPr>
            <p:ph type="body" idx="9"/>
          </p:nvPr>
        </p:nvSpPr>
        <p:spPr>
          <a:xfrm>
            <a:off x="896075" y="2073624"/>
            <a:ext cx="287310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F3F3F"/>
              </a:buClr>
              <a:buSzPts val="1600"/>
              <a:buFont typeface="Arial"/>
              <a:buNone/>
              <a:defRPr sz="1600" b="0" i="0" u="none" strike="noStrike" cap="none">
                <a:solidFill>
                  <a:srgbClr val="3F3F3F"/>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7_Title Only">
  <p:cSld name="7_Title Only">
    <p:spTree>
      <p:nvGrpSpPr>
        <p:cNvPr id="1" name="Shape 76"/>
        <p:cNvGrpSpPr/>
        <p:nvPr/>
      </p:nvGrpSpPr>
      <p:grpSpPr>
        <a:xfrm>
          <a:off x="0" y="0"/>
          <a:ext cx="0" cy="0"/>
          <a:chOff x="0" y="0"/>
          <a:chExt cx="0" cy="0"/>
        </a:xfrm>
      </p:grpSpPr>
      <p:sp>
        <p:nvSpPr>
          <p:cNvPr id="77" name="Google Shape;77;g2b01c2e7b14_0_164"/>
          <p:cNvSpPr>
            <a:spLocks noGrp="1"/>
          </p:cNvSpPr>
          <p:nvPr>
            <p:ph type="pic" idx="2"/>
          </p:nvPr>
        </p:nvSpPr>
        <p:spPr>
          <a:xfrm>
            <a:off x="496710" y="0"/>
            <a:ext cx="8748900" cy="5483700"/>
          </a:xfrm>
          <a:prstGeom prst="rect">
            <a:avLst/>
          </a:prstGeom>
          <a:noFill/>
          <a:ln>
            <a:noFill/>
          </a:ln>
        </p:spPr>
      </p:sp>
      <p:sp>
        <p:nvSpPr>
          <p:cNvPr id="78" name="Google Shape;78;g2b01c2e7b14_0_164"/>
          <p:cNvSpPr>
            <a:spLocks noGrp="1"/>
          </p:cNvSpPr>
          <p:nvPr>
            <p:ph type="pic" idx="3"/>
          </p:nvPr>
        </p:nvSpPr>
        <p:spPr>
          <a:xfrm>
            <a:off x="9245599" y="4038600"/>
            <a:ext cx="2946300" cy="2819400"/>
          </a:xfrm>
          <a:prstGeom prst="rect">
            <a:avLst/>
          </a:prstGeom>
          <a:noFill/>
          <a:ln>
            <a:noFill/>
          </a:ln>
        </p:spPr>
      </p:sp>
      <p:sp>
        <p:nvSpPr>
          <p:cNvPr id="79" name="Google Shape;79;g2b01c2e7b14_0_164"/>
          <p:cNvSpPr/>
          <p:nvPr/>
        </p:nvSpPr>
        <p:spPr>
          <a:xfrm>
            <a:off x="496710" y="5483840"/>
            <a:ext cx="8748900" cy="1374300"/>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0" name="Google Shape;80;g2b01c2e7b14_0_164"/>
          <p:cNvSpPr txBox="1">
            <a:spLocks noGrp="1"/>
          </p:cNvSpPr>
          <p:nvPr>
            <p:ph type="title"/>
          </p:nvPr>
        </p:nvSpPr>
        <p:spPr>
          <a:xfrm>
            <a:off x="838200" y="5644103"/>
            <a:ext cx="4191000" cy="1325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3200"/>
              <a:buFont typeface="Arial"/>
              <a:buNone/>
              <a:defRPr sz="32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1" name="Google Shape;81;g2b01c2e7b14_0_164"/>
          <p:cNvSpPr txBox="1">
            <a:spLocks noGrp="1"/>
          </p:cNvSpPr>
          <p:nvPr>
            <p:ph type="sldNum" idx="12"/>
          </p:nvPr>
        </p:nvSpPr>
        <p:spPr>
          <a:xfrm>
            <a:off x="76634" y="5561679"/>
            <a:ext cx="3435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
        <p:nvSpPr>
          <p:cNvPr id="82" name="Google Shape;82;g2b01c2e7b14_0_164"/>
          <p:cNvSpPr txBox="1">
            <a:spLocks noGrp="1"/>
          </p:cNvSpPr>
          <p:nvPr>
            <p:ph type="body" idx="1"/>
          </p:nvPr>
        </p:nvSpPr>
        <p:spPr>
          <a:xfrm>
            <a:off x="9534525" y="1144985"/>
            <a:ext cx="2363700" cy="2635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3" name="Google Shape;83;g2b01c2e7b14_0_164"/>
          <p:cNvSpPr txBox="1">
            <a:spLocks noGrp="1"/>
          </p:cNvSpPr>
          <p:nvPr>
            <p:ph type="body" idx="4"/>
          </p:nvPr>
        </p:nvSpPr>
        <p:spPr>
          <a:xfrm>
            <a:off x="6009732" y="5713720"/>
            <a:ext cx="294630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400"/>
              <a:buFont typeface="Arial"/>
              <a:buNone/>
              <a:defRPr sz="1400" b="1"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5_Title Only">
  <p:cSld name="5_Title Only">
    <p:spTree>
      <p:nvGrpSpPr>
        <p:cNvPr id="1" name="Shape 84"/>
        <p:cNvGrpSpPr/>
        <p:nvPr/>
      </p:nvGrpSpPr>
      <p:grpSpPr>
        <a:xfrm>
          <a:off x="0" y="0"/>
          <a:ext cx="0" cy="0"/>
          <a:chOff x="0" y="0"/>
          <a:chExt cx="0" cy="0"/>
        </a:xfrm>
      </p:grpSpPr>
      <p:sp>
        <p:nvSpPr>
          <p:cNvPr id="85" name="Google Shape;85;g2b01c2e7b14_0_172"/>
          <p:cNvSpPr>
            <a:spLocks noGrp="1"/>
          </p:cNvSpPr>
          <p:nvPr>
            <p:ph type="pic" idx="2"/>
          </p:nvPr>
        </p:nvSpPr>
        <p:spPr>
          <a:xfrm>
            <a:off x="0" y="0"/>
            <a:ext cx="12192000" cy="5496300"/>
          </a:xfrm>
          <a:prstGeom prst="rect">
            <a:avLst/>
          </a:prstGeom>
          <a:noFill/>
          <a:ln>
            <a:noFill/>
          </a:ln>
        </p:spPr>
      </p:sp>
      <p:sp>
        <p:nvSpPr>
          <p:cNvPr id="86" name="Google Shape;86;g2b01c2e7b14_0_172"/>
          <p:cNvSpPr txBox="1">
            <a:spLocks noGrp="1"/>
          </p:cNvSpPr>
          <p:nvPr>
            <p:ph type="sldNum" idx="12"/>
          </p:nvPr>
        </p:nvSpPr>
        <p:spPr>
          <a:xfrm>
            <a:off x="76634" y="5561679"/>
            <a:ext cx="3435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
        <p:nvSpPr>
          <p:cNvPr id="87" name="Google Shape;87;g2b01c2e7b14_0_172"/>
          <p:cNvSpPr/>
          <p:nvPr/>
        </p:nvSpPr>
        <p:spPr>
          <a:xfrm>
            <a:off x="8627165" y="5496338"/>
            <a:ext cx="3564900" cy="1361700"/>
          </a:xfrm>
          <a:prstGeom prst="rect">
            <a:avLst/>
          </a:prstGeom>
          <a:solidFill>
            <a:srgbClr val="0094D3"/>
          </a:solidFill>
          <a:ln w="12700" cap="flat" cmpd="sng">
            <a:solidFill>
              <a:srgbClr val="0094D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8" name="Google Shape;88;g2b01c2e7b14_0_172"/>
          <p:cNvPicPr preferRelativeResize="0"/>
          <p:nvPr/>
        </p:nvPicPr>
        <p:blipFill rotWithShape="1">
          <a:blip r:embed="rId2">
            <a:alphaModFix/>
          </a:blip>
          <a:srcRect/>
          <a:stretch/>
        </p:blipFill>
        <p:spPr>
          <a:xfrm>
            <a:off x="10613947" y="5821248"/>
            <a:ext cx="1195981" cy="845138"/>
          </a:xfrm>
          <a:prstGeom prst="rect">
            <a:avLst/>
          </a:prstGeom>
          <a:noFill/>
          <a:ln>
            <a:noFill/>
          </a:ln>
        </p:spPr>
      </p:pic>
      <p:sp>
        <p:nvSpPr>
          <p:cNvPr id="89" name="Google Shape;89;g2b01c2e7b14_0_172"/>
          <p:cNvSpPr txBox="1">
            <a:spLocks noGrp="1"/>
          </p:cNvSpPr>
          <p:nvPr>
            <p:ph type="body" idx="1"/>
          </p:nvPr>
        </p:nvSpPr>
        <p:spPr>
          <a:xfrm>
            <a:off x="9113409" y="5965139"/>
            <a:ext cx="1439100" cy="424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F3F3F"/>
              </a:buClr>
              <a:buSzPts val="1600"/>
              <a:buFont typeface="Arial"/>
              <a:buNone/>
              <a:defRPr sz="1600" b="0" i="0" u="none" strike="noStrike" cap="none">
                <a:solidFill>
                  <a:srgbClr val="3F3F3F"/>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0" name="Google Shape;90;g2b01c2e7b14_0_172"/>
          <p:cNvSpPr/>
          <p:nvPr/>
        </p:nvSpPr>
        <p:spPr>
          <a:xfrm>
            <a:off x="496710" y="5496336"/>
            <a:ext cx="8130600" cy="1361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1" name="Google Shape;91;g2b01c2e7b14_0_172"/>
          <p:cNvSpPr txBox="1">
            <a:spLocks noGrp="1"/>
          </p:cNvSpPr>
          <p:nvPr>
            <p:ph type="title"/>
          </p:nvPr>
        </p:nvSpPr>
        <p:spPr>
          <a:xfrm>
            <a:off x="682082" y="5592442"/>
            <a:ext cx="7659000" cy="1074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2"/>
        <p:cNvGrpSpPr/>
        <p:nvPr/>
      </p:nvGrpSpPr>
      <p:grpSpPr>
        <a:xfrm>
          <a:off x="0" y="0"/>
          <a:ext cx="0" cy="0"/>
          <a:chOff x="0" y="0"/>
          <a:chExt cx="0" cy="0"/>
        </a:xfrm>
      </p:grpSpPr>
      <p:sp>
        <p:nvSpPr>
          <p:cNvPr id="93" name="Google Shape;93;g2b01c2e7b14_0_180"/>
          <p:cNvSpPr txBox="1">
            <a:spLocks noGrp="1"/>
          </p:cNvSpPr>
          <p:nvPr>
            <p:ph type="title"/>
          </p:nvPr>
        </p:nvSpPr>
        <p:spPr>
          <a:xfrm>
            <a:off x="896075" y="434574"/>
            <a:ext cx="9998700" cy="6024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3F3F3F"/>
              </a:buClr>
              <a:buSzPts val="3200"/>
              <a:buFont typeface="Arial"/>
              <a:buNone/>
              <a:defRPr sz="3200" b="1"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4" name="Google Shape;94;g2b01c2e7b14_0_180"/>
          <p:cNvSpPr txBox="1">
            <a:spLocks noGrp="1"/>
          </p:cNvSpPr>
          <p:nvPr>
            <p:ph type="sldNum" idx="12"/>
          </p:nvPr>
        </p:nvSpPr>
        <p:spPr>
          <a:xfrm>
            <a:off x="76634" y="5561679"/>
            <a:ext cx="3435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
        <p:nvSpPr>
          <p:cNvPr id="95" name="Google Shape;95;g2b01c2e7b14_0_180"/>
          <p:cNvSpPr txBox="1">
            <a:spLocks noGrp="1"/>
          </p:cNvSpPr>
          <p:nvPr>
            <p:ph type="body" idx="1"/>
          </p:nvPr>
        </p:nvSpPr>
        <p:spPr>
          <a:xfrm>
            <a:off x="895349" y="1441210"/>
            <a:ext cx="9998700" cy="715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Title Only">
  <p:cSld name="2_Title Only">
    <p:spTree>
      <p:nvGrpSpPr>
        <p:cNvPr id="1" name="Shape 96"/>
        <p:cNvGrpSpPr/>
        <p:nvPr/>
      </p:nvGrpSpPr>
      <p:grpSpPr>
        <a:xfrm>
          <a:off x="0" y="0"/>
          <a:ext cx="0" cy="0"/>
          <a:chOff x="0" y="0"/>
          <a:chExt cx="0" cy="0"/>
        </a:xfrm>
      </p:grpSpPr>
      <p:sp>
        <p:nvSpPr>
          <p:cNvPr id="97" name="Google Shape;97;g2b01c2e7b14_0_184"/>
          <p:cNvSpPr>
            <a:spLocks noGrp="1"/>
          </p:cNvSpPr>
          <p:nvPr>
            <p:ph type="pic" idx="2"/>
          </p:nvPr>
        </p:nvSpPr>
        <p:spPr>
          <a:xfrm>
            <a:off x="5272089" y="0"/>
            <a:ext cx="6919800" cy="6858000"/>
          </a:xfrm>
          <a:prstGeom prst="rect">
            <a:avLst/>
          </a:prstGeom>
          <a:noFill/>
          <a:ln>
            <a:noFill/>
          </a:ln>
        </p:spPr>
      </p:sp>
      <p:sp>
        <p:nvSpPr>
          <p:cNvPr id="98" name="Google Shape;98;g2b01c2e7b14_0_184"/>
          <p:cNvSpPr txBox="1">
            <a:spLocks noGrp="1"/>
          </p:cNvSpPr>
          <p:nvPr>
            <p:ph type="sldNum" idx="12"/>
          </p:nvPr>
        </p:nvSpPr>
        <p:spPr>
          <a:xfrm>
            <a:off x="76634" y="5561679"/>
            <a:ext cx="3435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
        <p:nvSpPr>
          <p:cNvPr id="99" name="Google Shape;99;g2b01c2e7b14_0_184"/>
          <p:cNvSpPr txBox="1">
            <a:spLocks noGrp="1"/>
          </p:cNvSpPr>
          <p:nvPr>
            <p:ph type="title"/>
          </p:nvPr>
        </p:nvSpPr>
        <p:spPr>
          <a:xfrm>
            <a:off x="896075" y="2341432"/>
            <a:ext cx="4088400" cy="1325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3F3F3F"/>
              </a:buClr>
              <a:buSzPts val="3600"/>
              <a:buFont typeface="Arial"/>
              <a:buNone/>
              <a:defRPr sz="3600" b="1"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0" name="Google Shape;100;g2b01c2e7b14_0_184"/>
          <p:cNvSpPr txBox="1">
            <a:spLocks noGrp="1"/>
          </p:cNvSpPr>
          <p:nvPr>
            <p:ph type="body" idx="1"/>
          </p:nvPr>
        </p:nvSpPr>
        <p:spPr>
          <a:xfrm>
            <a:off x="896075" y="3791026"/>
            <a:ext cx="4088400" cy="1544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F3F3F"/>
              </a:buClr>
              <a:buSzPts val="1800"/>
              <a:buFont typeface="Arial"/>
              <a:buNone/>
              <a:defRPr sz="1800" b="0" i="0" u="none" strike="noStrike" cap="none">
                <a:solidFill>
                  <a:srgbClr val="3F3F3F"/>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26F037-0998-4D65-B8FC-F3F5BF2A70C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7C1AFC19-F017-4200-9856-E8FB9C429C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A1661AA7-5171-4AFF-940A-68EFC315AB51}"/>
              </a:ext>
            </a:extLst>
          </p:cNvPr>
          <p:cNvSpPr>
            <a:spLocks noGrp="1"/>
          </p:cNvSpPr>
          <p:nvPr>
            <p:ph type="dt" sz="half" idx="10"/>
          </p:nvPr>
        </p:nvSpPr>
        <p:spPr/>
        <p:txBody>
          <a:bodyPr/>
          <a:lstStyle/>
          <a:p>
            <a:fld id="{CE7BBB7A-36BA-4202-BC39-A671358FAAFC}" type="datetimeFigureOut">
              <a:rPr lang="es-AR" smtClean="0"/>
              <a:t>13/8/2026</a:t>
            </a:fld>
            <a:endParaRPr lang="es-AR"/>
          </a:p>
        </p:txBody>
      </p:sp>
      <p:sp>
        <p:nvSpPr>
          <p:cNvPr id="5" name="Marcador de pie de página 4">
            <a:extLst>
              <a:ext uri="{FF2B5EF4-FFF2-40B4-BE49-F238E27FC236}">
                <a16:creationId xmlns:a16="http://schemas.microsoft.com/office/drawing/2014/main" id="{26EAB27A-16D2-4902-99AB-52F78461082B}"/>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85858B00-B5DB-47BA-83DD-220A0D19ADB4}"/>
              </a:ext>
            </a:extLst>
          </p:cNvPr>
          <p:cNvSpPr>
            <a:spLocks noGrp="1"/>
          </p:cNvSpPr>
          <p:nvPr>
            <p:ph type="sldNum" sz="quarter" idx="12"/>
          </p:nvPr>
        </p:nvSpPr>
        <p:spPr/>
        <p:txBody>
          <a:bodyPr/>
          <a:lstStyle/>
          <a:p>
            <a:fld id="{58CFEF82-FC68-46C4-81B9-C94B3D339753}" type="slidenum">
              <a:rPr lang="es-AR" smtClean="0"/>
              <a:t>‹Nº›</a:t>
            </a:fld>
            <a:endParaRPr lang="es-AR"/>
          </a:p>
        </p:txBody>
      </p:sp>
    </p:spTree>
    <p:extLst>
      <p:ext uri="{BB962C8B-B14F-4D97-AF65-F5344CB8AC3E}">
        <p14:creationId xmlns:p14="http://schemas.microsoft.com/office/powerpoint/2010/main" val="4274207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FA8FAE-A21C-4532-9BE9-9B7DEC7A82E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3C424E79-7DCC-4243-8605-0092265B872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7723DF94-9191-410D-BFA8-7671DDAE560B}"/>
              </a:ext>
            </a:extLst>
          </p:cNvPr>
          <p:cNvSpPr>
            <a:spLocks noGrp="1"/>
          </p:cNvSpPr>
          <p:nvPr>
            <p:ph type="dt" sz="half" idx="10"/>
          </p:nvPr>
        </p:nvSpPr>
        <p:spPr/>
        <p:txBody>
          <a:bodyPr/>
          <a:lstStyle/>
          <a:p>
            <a:fld id="{CE7BBB7A-36BA-4202-BC39-A671358FAAFC}" type="datetimeFigureOut">
              <a:rPr lang="es-AR" smtClean="0"/>
              <a:t>13/8/2026</a:t>
            </a:fld>
            <a:endParaRPr lang="es-AR"/>
          </a:p>
        </p:txBody>
      </p:sp>
      <p:sp>
        <p:nvSpPr>
          <p:cNvPr id="5" name="Marcador de pie de página 4">
            <a:extLst>
              <a:ext uri="{FF2B5EF4-FFF2-40B4-BE49-F238E27FC236}">
                <a16:creationId xmlns:a16="http://schemas.microsoft.com/office/drawing/2014/main" id="{E44D5653-6350-4B9D-9BDD-7BAE72EF9757}"/>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C77DED18-044E-43AC-B087-253D74747B77}"/>
              </a:ext>
            </a:extLst>
          </p:cNvPr>
          <p:cNvSpPr>
            <a:spLocks noGrp="1"/>
          </p:cNvSpPr>
          <p:nvPr>
            <p:ph type="sldNum" sz="quarter" idx="12"/>
          </p:nvPr>
        </p:nvSpPr>
        <p:spPr/>
        <p:txBody>
          <a:bodyPr/>
          <a:lstStyle/>
          <a:p>
            <a:fld id="{58CFEF82-FC68-46C4-81B9-C94B3D339753}" type="slidenum">
              <a:rPr lang="es-AR" smtClean="0"/>
              <a:t>‹Nº›</a:t>
            </a:fld>
            <a:endParaRPr lang="es-AR"/>
          </a:p>
        </p:txBody>
      </p:sp>
    </p:spTree>
    <p:extLst>
      <p:ext uri="{BB962C8B-B14F-4D97-AF65-F5344CB8AC3E}">
        <p14:creationId xmlns:p14="http://schemas.microsoft.com/office/powerpoint/2010/main" val="3908298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939139-C076-4BF0-87E7-B6A0501AC0C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64D8EA39-E541-4EFE-A30B-E254097F41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BD60891-1379-4DBB-B169-1E4F5A9159BB}"/>
              </a:ext>
            </a:extLst>
          </p:cNvPr>
          <p:cNvSpPr>
            <a:spLocks noGrp="1"/>
          </p:cNvSpPr>
          <p:nvPr>
            <p:ph type="dt" sz="half" idx="10"/>
          </p:nvPr>
        </p:nvSpPr>
        <p:spPr/>
        <p:txBody>
          <a:bodyPr/>
          <a:lstStyle/>
          <a:p>
            <a:fld id="{CE7BBB7A-36BA-4202-BC39-A671358FAAFC}" type="datetimeFigureOut">
              <a:rPr lang="es-AR" smtClean="0"/>
              <a:t>13/8/2026</a:t>
            </a:fld>
            <a:endParaRPr lang="es-AR"/>
          </a:p>
        </p:txBody>
      </p:sp>
      <p:sp>
        <p:nvSpPr>
          <p:cNvPr id="5" name="Marcador de pie de página 4">
            <a:extLst>
              <a:ext uri="{FF2B5EF4-FFF2-40B4-BE49-F238E27FC236}">
                <a16:creationId xmlns:a16="http://schemas.microsoft.com/office/drawing/2014/main" id="{25A640C7-3B28-4E75-BAA1-9751D09527F5}"/>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C863F170-3FE6-4104-A3AC-7EE211335533}"/>
              </a:ext>
            </a:extLst>
          </p:cNvPr>
          <p:cNvSpPr>
            <a:spLocks noGrp="1"/>
          </p:cNvSpPr>
          <p:nvPr>
            <p:ph type="sldNum" sz="quarter" idx="12"/>
          </p:nvPr>
        </p:nvSpPr>
        <p:spPr/>
        <p:txBody>
          <a:bodyPr/>
          <a:lstStyle/>
          <a:p>
            <a:fld id="{58CFEF82-FC68-46C4-81B9-C94B3D339753}" type="slidenum">
              <a:rPr lang="es-AR" smtClean="0"/>
              <a:t>‹Nº›</a:t>
            </a:fld>
            <a:endParaRPr lang="es-AR"/>
          </a:p>
        </p:txBody>
      </p:sp>
    </p:spTree>
    <p:extLst>
      <p:ext uri="{BB962C8B-B14F-4D97-AF65-F5344CB8AC3E}">
        <p14:creationId xmlns:p14="http://schemas.microsoft.com/office/powerpoint/2010/main" val="18578864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628200-2DBB-4207-9420-434223AC8906}"/>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646927A6-FED4-4ACE-91D9-79CAFF9F680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1DA13E3E-8CFA-43FB-8A94-A92A2A2CE76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5A04C3E0-F6D5-453A-BA71-A5317D4BAF76}"/>
              </a:ext>
            </a:extLst>
          </p:cNvPr>
          <p:cNvSpPr>
            <a:spLocks noGrp="1"/>
          </p:cNvSpPr>
          <p:nvPr>
            <p:ph type="dt" sz="half" idx="10"/>
          </p:nvPr>
        </p:nvSpPr>
        <p:spPr/>
        <p:txBody>
          <a:bodyPr/>
          <a:lstStyle/>
          <a:p>
            <a:fld id="{CE7BBB7A-36BA-4202-BC39-A671358FAAFC}" type="datetimeFigureOut">
              <a:rPr lang="es-AR" smtClean="0"/>
              <a:t>13/8/2026</a:t>
            </a:fld>
            <a:endParaRPr lang="es-AR"/>
          </a:p>
        </p:txBody>
      </p:sp>
      <p:sp>
        <p:nvSpPr>
          <p:cNvPr id="6" name="Marcador de pie de página 5">
            <a:extLst>
              <a:ext uri="{FF2B5EF4-FFF2-40B4-BE49-F238E27FC236}">
                <a16:creationId xmlns:a16="http://schemas.microsoft.com/office/drawing/2014/main" id="{8C3F408F-E931-4A30-86D3-00B4DA1F1995}"/>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A5FFD2B7-BFF9-49AA-A3EA-97E384A47927}"/>
              </a:ext>
            </a:extLst>
          </p:cNvPr>
          <p:cNvSpPr>
            <a:spLocks noGrp="1"/>
          </p:cNvSpPr>
          <p:nvPr>
            <p:ph type="sldNum" sz="quarter" idx="12"/>
          </p:nvPr>
        </p:nvSpPr>
        <p:spPr/>
        <p:txBody>
          <a:bodyPr/>
          <a:lstStyle/>
          <a:p>
            <a:fld id="{58CFEF82-FC68-46C4-81B9-C94B3D339753}" type="slidenum">
              <a:rPr lang="es-AR" smtClean="0"/>
              <a:t>‹Nº›</a:t>
            </a:fld>
            <a:endParaRPr lang="es-AR"/>
          </a:p>
        </p:txBody>
      </p:sp>
    </p:spTree>
    <p:extLst>
      <p:ext uri="{BB962C8B-B14F-4D97-AF65-F5344CB8AC3E}">
        <p14:creationId xmlns:p14="http://schemas.microsoft.com/office/powerpoint/2010/main" val="17743745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454316-ED66-480D-934E-3E53FFC9F22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D3BCC243-528B-4460-B00C-6E58EE41B2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2F8F5A7-C625-4677-B4E4-42C81588AB0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807FDA4C-C9A0-4989-B364-423B71F8D2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2AEBC27-38B5-485C-B5A1-E4378061051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0F5414B9-094E-40A0-B0B9-ACE3041E7C3B}"/>
              </a:ext>
            </a:extLst>
          </p:cNvPr>
          <p:cNvSpPr>
            <a:spLocks noGrp="1"/>
          </p:cNvSpPr>
          <p:nvPr>
            <p:ph type="dt" sz="half" idx="10"/>
          </p:nvPr>
        </p:nvSpPr>
        <p:spPr/>
        <p:txBody>
          <a:bodyPr/>
          <a:lstStyle/>
          <a:p>
            <a:fld id="{CE7BBB7A-36BA-4202-BC39-A671358FAAFC}" type="datetimeFigureOut">
              <a:rPr lang="es-AR" smtClean="0"/>
              <a:t>13/8/2026</a:t>
            </a:fld>
            <a:endParaRPr lang="es-AR"/>
          </a:p>
        </p:txBody>
      </p:sp>
      <p:sp>
        <p:nvSpPr>
          <p:cNvPr id="8" name="Marcador de pie de página 7">
            <a:extLst>
              <a:ext uri="{FF2B5EF4-FFF2-40B4-BE49-F238E27FC236}">
                <a16:creationId xmlns:a16="http://schemas.microsoft.com/office/drawing/2014/main" id="{E6882B4F-FFAE-4CC5-BB87-C13C454324F1}"/>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3C6FEDE2-85B5-44F8-B17B-AED52A3BF328}"/>
              </a:ext>
            </a:extLst>
          </p:cNvPr>
          <p:cNvSpPr>
            <a:spLocks noGrp="1"/>
          </p:cNvSpPr>
          <p:nvPr>
            <p:ph type="sldNum" sz="quarter" idx="12"/>
          </p:nvPr>
        </p:nvSpPr>
        <p:spPr/>
        <p:txBody>
          <a:bodyPr/>
          <a:lstStyle/>
          <a:p>
            <a:fld id="{58CFEF82-FC68-46C4-81B9-C94B3D339753}" type="slidenum">
              <a:rPr lang="es-AR" smtClean="0"/>
              <a:t>‹Nº›</a:t>
            </a:fld>
            <a:endParaRPr lang="es-AR"/>
          </a:p>
        </p:txBody>
      </p:sp>
    </p:spTree>
    <p:extLst>
      <p:ext uri="{BB962C8B-B14F-4D97-AF65-F5344CB8AC3E}">
        <p14:creationId xmlns:p14="http://schemas.microsoft.com/office/powerpoint/2010/main" val="2994735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D25932-F086-4F07-B0C6-EB413C4D92DD}"/>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2A234499-A050-4137-AFD1-9FA9C85D0319}"/>
              </a:ext>
            </a:extLst>
          </p:cNvPr>
          <p:cNvSpPr>
            <a:spLocks noGrp="1"/>
          </p:cNvSpPr>
          <p:nvPr>
            <p:ph type="dt" sz="half" idx="10"/>
          </p:nvPr>
        </p:nvSpPr>
        <p:spPr/>
        <p:txBody>
          <a:bodyPr/>
          <a:lstStyle/>
          <a:p>
            <a:fld id="{CE7BBB7A-36BA-4202-BC39-A671358FAAFC}" type="datetimeFigureOut">
              <a:rPr lang="es-AR" smtClean="0"/>
              <a:t>13/8/2026</a:t>
            </a:fld>
            <a:endParaRPr lang="es-AR"/>
          </a:p>
        </p:txBody>
      </p:sp>
      <p:sp>
        <p:nvSpPr>
          <p:cNvPr id="4" name="Marcador de pie de página 3">
            <a:extLst>
              <a:ext uri="{FF2B5EF4-FFF2-40B4-BE49-F238E27FC236}">
                <a16:creationId xmlns:a16="http://schemas.microsoft.com/office/drawing/2014/main" id="{8BCF15D3-E388-453C-A199-B5C5AAA2B762}"/>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C65988F2-0131-4E0D-838C-2A86F9BAA506}"/>
              </a:ext>
            </a:extLst>
          </p:cNvPr>
          <p:cNvSpPr>
            <a:spLocks noGrp="1"/>
          </p:cNvSpPr>
          <p:nvPr>
            <p:ph type="sldNum" sz="quarter" idx="12"/>
          </p:nvPr>
        </p:nvSpPr>
        <p:spPr/>
        <p:txBody>
          <a:bodyPr/>
          <a:lstStyle/>
          <a:p>
            <a:fld id="{58CFEF82-FC68-46C4-81B9-C94B3D339753}" type="slidenum">
              <a:rPr lang="es-AR" smtClean="0"/>
              <a:t>‹Nº›</a:t>
            </a:fld>
            <a:endParaRPr lang="es-AR"/>
          </a:p>
        </p:txBody>
      </p:sp>
    </p:spTree>
    <p:extLst>
      <p:ext uri="{BB962C8B-B14F-4D97-AF65-F5344CB8AC3E}">
        <p14:creationId xmlns:p14="http://schemas.microsoft.com/office/powerpoint/2010/main" val="41740609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DFCF78F-0711-4C05-B8BB-C525DD77DCDB}"/>
              </a:ext>
            </a:extLst>
          </p:cNvPr>
          <p:cNvSpPr>
            <a:spLocks noGrp="1"/>
          </p:cNvSpPr>
          <p:nvPr>
            <p:ph type="dt" sz="half" idx="10"/>
          </p:nvPr>
        </p:nvSpPr>
        <p:spPr/>
        <p:txBody>
          <a:bodyPr/>
          <a:lstStyle/>
          <a:p>
            <a:fld id="{CE7BBB7A-36BA-4202-BC39-A671358FAAFC}" type="datetimeFigureOut">
              <a:rPr lang="es-AR" smtClean="0"/>
              <a:t>13/8/2026</a:t>
            </a:fld>
            <a:endParaRPr lang="es-AR"/>
          </a:p>
        </p:txBody>
      </p:sp>
      <p:sp>
        <p:nvSpPr>
          <p:cNvPr id="3" name="Marcador de pie de página 2">
            <a:extLst>
              <a:ext uri="{FF2B5EF4-FFF2-40B4-BE49-F238E27FC236}">
                <a16:creationId xmlns:a16="http://schemas.microsoft.com/office/drawing/2014/main" id="{DE6E4AB2-2B51-42C2-BA02-18969CE49D9D}"/>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092C0293-A591-45AB-AB38-3D5EBDFC713F}"/>
              </a:ext>
            </a:extLst>
          </p:cNvPr>
          <p:cNvSpPr>
            <a:spLocks noGrp="1"/>
          </p:cNvSpPr>
          <p:nvPr>
            <p:ph type="sldNum" sz="quarter" idx="12"/>
          </p:nvPr>
        </p:nvSpPr>
        <p:spPr/>
        <p:txBody>
          <a:bodyPr/>
          <a:lstStyle/>
          <a:p>
            <a:fld id="{58CFEF82-FC68-46C4-81B9-C94B3D339753}" type="slidenum">
              <a:rPr lang="es-AR" smtClean="0"/>
              <a:t>‹Nº›</a:t>
            </a:fld>
            <a:endParaRPr lang="es-AR"/>
          </a:p>
        </p:txBody>
      </p:sp>
    </p:spTree>
    <p:extLst>
      <p:ext uri="{BB962C8B-B14F-4D97-AF65-F5344CB8AC3E}">
        <p14:creationId xmlns:p14="http://schemas.microsoft.com/office/powerpoint/2010/main" val="21882619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93FD46-711F-4F62-806D-2125A70528F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5E405634-BC68-41FC-A740-C01477F2D6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E215946F-9209-417A-8A4E-0B34FB2D00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0E55A84-A394-4AEE-8DAF-7145283451C5}"/>
              </a:ext>
            </a:extLst>
          </p:cNvPr>
          <p:cNvSpPr>
            <a:spLocks noGrp="1"/>
          </p:cNvSpPr>
          <p:nvPr>
            <p:ph type="dt" sz="half" idx="10"/>
          </p:nvPr>
        </p:nvSpPr>
        <p:spPr/>
        <p:txBody>
          <a:bodyPr/>
          <a:lstStyle/>
          <a:p>
            <a:fld id="{CE7BBB7A-36BA-4202-BC39-A671358FAAFC}" type="datetimeFigureOut">
              <a:rPr lang="es-AR" smtClean="0"/>
              <a:t>13/8/2026</a:t>
            </a:fld>
            <a:endParaRPr lang="es-AR"/>
          </a:p>
        </p:txBody>
      </p:sp>
      <p:sp>
        <p:nvSpPr>
          <p:cNvPr id="6" name="Marcador de pie de página 5">
            <a:extLst>
              <a:ext uri="{FF2B5EF4-FFF2-40B4-BE49-F238E27FC236}">
                <a16:creationId xmlns:a16="http://schemas.microsoft.com/office/drawing/2014/main" id="{767548EF-9B4F-4CBC-8836-6AD1B5F80CD7}"/>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D42CCACF-8E97-48CA-9A76-A30DDCCF55E1}"/>
              </a:ext>
            </a:extLst>
          </p:cNvPr>
          <p:cNvSpPr>
            <a:spLocks noGrp="1"/>
          </p:cNvSpPr>
          <p:nvPr>
            <p:ph type="sldNum" sz="quarter" idx="12"/>
          </p:nvPr>
        </p:nvSpPr>
        <p:spPr/>
        <p:txBody>
          <a:bodyPr/>
          <a:lstStyle/>
          <a:p>
            <a:fld id="{58CFEF82-FC68-46C4-81B9-C94B3D339753}" type="slidenum">
              <a:rPr lang="es-AR" smtClean="0"/>
              <a:t>‹Nº›</a:t>
            </a:fld>
            <a:endParaRPr lang="es-AR"/>
          </a:p>
        </p:txBody>
      </p:sp>
    </p:spTree>
    <p:extLst>
      <p:ext uri="{BB962C8B-B14F-4D97-AF65-F5344CB8AC3E}">
        <p14:creationId xmlns:p14="http://schemas.microsoft.com/office/powerpoint/2010/main" val="31175088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2B426D-AB5B-4730-A33C-355ADEAD228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BBBA45DC-06B6-46E3-9AA9-C18A2FCCB0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99E51185-A1CA-4A6C-A6F8-E4060BD1F0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A322F5E-C6ED-4CE9-821A-5EB852EB4032}"/>
              </a:ext>
            </a:extLst>
          </p:cNvPr>
          <p:cNvSpPr>
            <a:spLocks noGrp="1"/>
          </p:cNvSpPr>
          <p:nvPr>
            <p:ph type="dt" sz="half" idx="10"/>
          </p:nvPr>
        </p:nvSpPr>
        <p:spPr/>
        <p:txBody>
          <a:bodyPr/>
          <a:lstStyle/>
          <a:p>
            <a:fld id="{CE7BBB7A-36BA-4202-BC39-A671358FAAFC}" type="datetimeFigureOut">
              <a:rPr lang="es-AR" smtClean="0"/>
              <a:t>13/8/2026</a:t>
            </a:fld>
            <a:endParaRPr lang="es-AR"/>
          </a:p>
        </p:txBody>
      </p:sp>
      <p:sp>
        <p:nvSpPr>
          <p:cNvPr id="6" name="Marcador de pie de página 5">
            <a:extLst>
              <a:ext uri="{FF2B5EF4-FFF2-40B4-BE49-F238E27FC236}">
                <a16:creationId xmlns:a16="http://schemas.microsoft.com/office/drawing/2014/main" id="{23828FAE-4DB1-40DF-A05C-5B9D01B03909}"/>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418AEAF5-1780-480C-B77B-03928F6E3084}"/>
              </a:ext>
            </a:extLst>
          </p:cNvPr>
          <p:cNvSpPr>
            <a:spLocks noGrp="1"/>
          </p:cNvSpPr>
          <p:nvPr>
            <p:ph type="sldNum" sz="quarter" idx="12"/>
          </p:nvPr>
        </p:nvSpPr>
        <p:spPr/>
        <p:txBody>
          <a:bodyPr/>
          <a:lstStyle/>
          <a:p>
            <a:fld id="{58CFEF82-FC68-46C4-81B9-C94B3D339753}" type="slidenum">
              <a:rPr lang="es-AR" smtClean="0"/>
              <a:t>‹Nº›</a:t>
            </a:fld>
            <a:endParaRPr lang="es-AR"/>
          </a:p>
        </p:txBody>
      </p:sp>
    </p:spTree>
    <p:extLst>
      <p:ext uri="{BB962C8B-B14F-4D97-AF65-F5344CB8AC3E}">
        <p14:creationId xmlns:p14="http://schemas.microsoft.com/office/powerpoint/2010/main" val="12873014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421980-E7E6-4446-9991-BAEECC69B07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DE806F2A-D063-495A-8817-CD6DF3D89D7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DB33EECB-408A-49AE-A4D2-D940CEEA381F}"/>
              </a:ext>
            </a:extLst>
          </p:cNvPr>
          <p:cNvSpPr>
            <a:spLocks noGrp="1"/>
          </p:cNvSpPr>
          <p:nvPr>
            <p:ph type="dt" sz="half" idx="10"/>
          </p:nvPr>
        </p:nvSpPr>
        <p:spPr/>
        <p:txBody>
          <a:bodyPr/>
          <a:lstStyle/>
          <a:p>
            <a:fld id="{CE7BBB7A-36BA-4202-BC39-A671358FAAFC}" type="datetimeFigureOut">
              <a:rPr lang="es-AR" smtClean="0"/>
              <a:t>13/8/2026</a:t>
            </a:fld>
            <a:endParaRPr lang="es-AR"/>
          </a:p>
        </p:txBody>
      </p:sp>
      <p:sp>
        <p:nvSpPr>
          <p:cNvPr id="5" name="Marcador de pie de página 4">
            <a:extLst>
              <a:ext uri="{FF2B5EF4-FFF2-40B4-BE49-F238E27FC236}">
                <a16:creationId xmlns:a16="http://schemas.microsoft.com/office/drawing/2014/main" id="{4BCE6C39-1434-4515-9AED-0C6F59DB0D8B}"/>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42877918-7395-4059-91FD-C5E11CDCB86D}"/>
              </a:ext>
            </a:extLst>
          </p:cNvPr>
          <p:cNvSpPr>
            <a:spLocks noGrp="1"/>
          </p:cNvSpPr>
          <p:nvPr>
            <p:ph type="sldNum" sz="quarter" idx="12"/>
          </p:nvPr>
        </p:nvSpPr>
        <p:spPr/>
        <p:txBody>
          <a:bodyPr/>
          <a:lstStyle/>
          <a:p>
            <a:fld id="{58CFEF82-FC68-46C4-81B9-C94B3D339753}" type="slidenum">
              <a:rPr lang="es-AR" smtClean="0"/>
              <a:t>‹Nº›</a:t>
            </a:fld>
            <a:endParaRPr lang="es-AR"/>
          </a:p>
        </p:txBody>
      </p:sp>
    </p:spTree>
    <p:extLst>
      <p:ext uri="{BB962C8B-B14F-4D97-AF65-F5344CB8AC3E}">
        <p14:creationId xmlns:p14="http://schemas.microsoft.com/office/powerpoint/2010/main" val="24376900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87030EE-36A0-457C-8CAB-6B9ADC22559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4FB54923-16BA-416F-8CE0-B81B7B7218B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5735198D-7E6A-45F2-9861-5807AC1CE8AD}"/>
              </a:ext>
            </a:extLst>
          </p:cNvPr>
          <p:cNvSpPr>
            <a:spLocks noGrp="1"/>
          </p:cNvSpPr>
          <p:nvPr>
            <p:ph type="dt" sz="half" idx="10"/>
          </p:nvPr>
        </p:nvSpPr>
        <p:spPr/>
        <p:txBody>
          <a:bodyPr/>
          <a:lstStyle/>
          <a:p>
            <a:fld id="{CE7BBB7A-36BA-4202-BC39-A671358FAAFC}" type="datetimeFigureOut">
              <a:rPr lang="es-AR" smtClean="0"/>
              <a:t>13/8/2026</a:t>
            </a:fld>
            <a:endParaRPr lang="es-AR"/>
          </a:p>
        </p:txBody>
      </p:sp>
      <p:sp>
        <p:nvSpPr>
          <p:cNvPr id="5" name="Marcador de pie de página 4">
            <a:extLst>
              <a:ext uri="{FF2B5EF4-FFF2-40B4-BE49-F238E27FC236}">
                <a16:creationId xmlns:a16="http://schemas.microsoft.com/office/drawing/2014/main" id="{BA0216F4-C3F9-41D6-8618-D860D9E4B87F}"/>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AC8D8339-6F4A-421D-99EE-CE2D6F1AD89B}"/>
              </a:ext>
            </a:extLst>
          </p:cNvPr>
          <p:cNvSpPr>
            <a:spLocks noGrp="1"/>
          </p:cNvSpPr>
          <p:nvPr>
            <p:ph type="sldNum" sz="quarter" idx="12"/>
          </p:nvPr>
        </p:nvSpPr>
        <p:spPr/>
        <p:txBody>
          <a:bodyPr/>
          <a:lstStyle/>
          <a:p>
            <a:fld id="{58CFEF82-FC68-46C4-81B9-C94B3D339753}" type="slidenum">
              <a:rPr lang="es-AR" smtClean="0"/>
              <a:t>‹Nº›</a:t>
            </a:fld>
            <a:endParaRPr lang="es-AR"/>
          </a:p>
        </p:txBody>
      </p:sp>
    </p:spTree>
    <p:extLst>
      <p:ext uri="{BB962C8B-B14F-4D97-AF65-F5344CB8AC3E}">
        <p14:creationId xmlns:p14="http://schemas.microsoft.com/office/powerpoint/2010/main" val="14623541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1.gif"/><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p:nvPr/>
        </p:nvSpPr>
        <p:spPr>
          <a:xfrm>
            <a:off x="0" y="0"/>
            <a:ext cx="496711" cy="6858000"/>
          </a:xfrm>
          <a:prstGeom prst="rect">
            <a:avLst/>
          </a:prstGeom>
          <a:solidFill>
            <a:srgbClr val="D8D8D8">
              <a:alpha val="4549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 name="Google Shape;11;p15"/>
          <p:cNvSpPr/>
          <p:nvPr/>
        </p:nvSpPr>
        <p:spPr>
          <a:xfrm>
            <a:off x="0" y="5483841"/>
            <a:ext cx="496711" cy="1374159"/>
          </a:xfrm>
          <a:prstGeom prst="rect">
            <a:avLst/>
          </a:prstGeom>
          <a:solidFill>
            <a:srgbClr val="0094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 name="Google Shape;12;p15"/>
          <p:cNvSpPr txBox="1">
            <a:spLocks noGrp="1"/>
          </p:cNvSpPr>
          <p:nvPr>
            <p:ph type="sldNum" idx="12"/>
          </p:nvPr>
        </p:nvSpPr>
        <p:spPr>
          <a:xfrm>
            <a:off x="76634" y="5561679"/>
            <a:ext cx="343442" cy="365126"/>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sp>
        <p:nvSpPr>
          <p:cNvPr id="5" name="CuadroTexto 4">
            <a:extLst>
              <a:ext uri="{FF2B5EF4-FFF2-40B4-BE49-F238E27FC236}">
                <a16:creationId xmlns:a16="http://schemas.microsoft.com/office/drawing/2014/main" id="{15B82F77-0685-43FD-A39C-C290F4872408}"/>
              </a:ext>
            </a:extLst>
          </p:cNvPr>
          <p:cNvSpPr txBox="1"/>
          <p:nvPr userDrawn="1">
            <p:extLst>
              <p:ext uri="{1162E1C5-73C7-4A58-AE30-91384D911F3F}">
                <p184:classification xmlns:p184="http://schemas.microsoft.com/office/powerpoint/2018/4/main" val="ftr"/>
              </p:ext>
            </p:extLst>
          </p:nvPr>
        </p:nvSpPr>
        <p:spPr>
          <a:xfrm>
            <a:off x="11263313" y="6705600"/>
            <a:ext cx="773112" cy="152400"/>
          </a:xfrm>
          <a:prstGeom prst="rect">
            <a:avLst/>
          </a:prstGeom>
        </p:spPr>
        <p:txBody>
          <a:bodyPr horzOverflow="overflow" lIns="0" tIns="0" rIns="0" bIns="0">
            <a:spAutoFit/>
          </a:bodyPr>
          <a:lstStyle/>
          <a:p>
            <a:pPr algn="r"/>
            <a:r>
              <a:rPr lang="es-AR" sz="1000">
                <a:solidFill>
                  <a:srgbClr val="000000"/>
                </a:solidFill>
                <a:latin typeface="Calibri" panose="020F0502020204030204" pitchFamily="34" charset="0"/>
                <a:cs typeface="Calibri" panose="020F0502020204030204" pitchFamily="34" charset="0"/>
              </a:rPr>
              <a:t>AESA - Privada</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
        <p:cNvGrpSpPr/>
        <p:nvPr/>
      </p:nvGrpSpPr>
      <p:grpSpPr>
        <a:xfrm>
          <a:off x="0" y="0"/>
          <a:ext cx="0" cy="0"/>
          <a:chOff x="0" y="0"/>
          <a:chExt cx="0" cy="0"/>
        </a:xfrm>
      </p:grpSpPr>
      <p:sp>
        <p:nvSpPr>
          <p:cNvPr id="43" name="Google Shape;43;g2b01c2e7b14_0_130"/>
          <p:cNvSpPr/>
          <p:nvPr/>
        </p:nvSpPr>
        <p:spPr>
          <a:xfrm>
            <a:off x="0" y="0"/>
            <a:ext cx="496800" cy="6858000"/>
          </a:xfrm>
          <a:prstGeom prst="rect">
            <a:avLst/>
          </a:prstGeom>
          <a:solidFill>
            <a:srgbClr val="D8D8D8">
              <a:alpha val="4549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 name="Google Shape;44;g2b01c2e7b14_0_130"/>
          <p:cNvSpPr/>
          <p:nvPr/>
        </p:nvSpPr>
        <p:spPr>
          <a:xfrm>
            <a:off x="0" y="5483841"/>
            <a:ext cx="496800" cy="1374300"/>
          </a:xfrm>
          <a:prstGeom prst="rect">
            <a:avLst/>
          </a:prstGeom>
          <a:solidFill>
            <a:srgbClr val="0094D3"/>
          </a:solidFill>
          <a:ln w="12700" cap="flat" cmpd="sng">
            <a:solidFill>
              <a:srgbClr val="0094D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 name="Google Shape;45;g2b01c2e7b14_0_130"/>
          <p:cNvSpPr txBox="1">
            <a:spLocks noGrp="1"/>
          </p:cNvSpPr>
          <p:nvPr>
            <p:ph type="sldNum" idx="12"/>
          </p:nvPr>
        </p:nvSpPr>
        <p:spPr>
          <a:xfrm>
            <a:off x="76634" y="5561679"/>
            <a:ext cx="343500" cy="3651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‹Nº›</a:t>
            </a:fld>
            <a:endParaRPr/>
          </a:p>
        </p:txBody>
      </p:sp>
      <p:pic>
        <p:nvPicPr>
          <p:cNvPr id="46" name="Google Shape;46;g2b01c2e7b14_0_130"/>
          <p:cNvPicPr preferRelativeResize="0"/>
          <p:nvPr/>
        </p:nvPicPr>
        <p:blipFill rotWithShape="1">
          <a:blip r:embed="rId10">
            <a:alphaModFix/>
          </a:blip>
          <a:srcRect/>
          <a:stretch/>
        </p:blipFill>
        <p:spPr>
          <a:xfrm>
            <a:off x="11299944" y="215061"/>
            <a:ext cx="816635" cy="577076"/>
          </a:xfrm>
          <a:prstGeom prst="rect">
            <a:avLst/>
          </a:prstGeom>
          <a:noFill/>
          <a:ln>
            <a:noFill/>
          </a:ln>
        </p:spPr>
      </p:pic>
      <p:pic>
        <p:nvPicPr>
          <p:cNvPr id="48" name="Google Shape;48;g2b01c2e7b14_0_130"/>
          <p:cNvPicPr preferRelativeResize="0"/>
          <p:nvPr/>
        </p:nvPicPr>
        <p:blipFill rotWithShape="1">
          <a:blip r:embed="rId10">
            <a:alphaModFix/>
          </a:blip>
          <a:srcRect/>
          <a:stretch/>
        </p:blipFill>
        <p:spPr>
          <a:xfrm>
            <a:off x="11304737" y="215061"/>
            <a:ext cx="816635" cy="577076"/>
          </a:xfrm>
          <a:prstGeom prst="rect">
            <a:avLst/>
          </a:prstGeom>
          <a:noFill/>
          <a:ln>
            <a:noFill/>
          </a:ln>
        </p:spPr>
      </p:pic>
      <p:sp>
        <p:nvSpPr>
          <p:cNvPr id="5" name="CuadroTexto 4">
            <a:extLst>
              <a:ext uri="{FF2B5EF4-FFF2-40B4-BE49-F238E27FC236}">
                <a16:creationId xmlns:a16="http://schemas.microsoft.com/office/drawing/2014/main" id="{2B8C91C8-00F0-44AF-AE6F-504AD0825C64}"/>
              </a:ext>
            </a:extLst>
          </p:cNvPr>
          <p:cNvSpPr txBox="1"/>
          <p:nvPr userDrawn="1">
            <p:extLst>
              <p:ext uri="{1162E1C5-73C7-4A58-AE30-91384D911F3F}">
                <p184:classification xmlns:p184="http://schemas.microsoft.com/office/powerpoint/2018/4/main" val="ftr"/>
              </p:ext>
            </p:extLst>
          </p:nvPr>
        </p:nvSpPr>
        <p:spPr>
          <a:xfrm>
            <a:off x="11263313" y="6705600"/>
            <a:ext cx="773112" cy="152400"/>
          </a:xfrm>
          <a:prstGeom prst="rect">
            <a:avLst/>
          </a:prstGeom>
        </p:spPr>
        <p:txBody>
          <a:bodyPr horzOverflow="overflow" lIns="0" tIns="0" rIns="0" bIns="0">
            <a:spAutoFit/>
          </a:bodyPr>
          <a:lstStyle/>
          <a:p>
            <a:pPr algn="r"/>
            <a:r>
              <a:rPr lang="es-AR" sz="1000">
                <a:solidFill>
                  <a:srgbClr val="000000"/>
                </a:solidFill>
                <a:latin typeface="Calibri" panose="020F0502020204030204" pitchFamily="34" charset="0"/>
                <a:cs typeface="Calibri" panose="020F0502020204030204" pitchFamily="34" charset="0"/>
              </a:rPr>
              <a:t>AESA - Privada</a:t>
            </a:r>
          </a:p>
        </p:txBody>
      </p:sp>
    </p:spTree>
  </p:cSld>
  <p:clrMap bg1="lt1" tx1="dk1" bg2="dk2"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FD479D3-04A8-4791-A35F-508A8542F6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1E3A323B-252B-4B00-B172-EFECC3E83C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C0F626EF-AD14-4C47-BE8B-5CF98C3BFD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7BBB7A-36BA-4202-BC39-A671358FAAFC}" type="datetimeFigureOut">
              <a:rPr lang="es-AR" smtClean="0"/>
              <a:t>13/8/2026</a:t>
            </a:fld>
            <a:endParaRPr lang="es-AR"/>
          </a:p>
        </p:txBody>
      </p:sp>
      <p:sp>
        <p:nvSpPr>
          <p:cNvPr id="5" name="Marcador de pie de página 4">
            <a:extLst>
              <a:ext uri="{FF2B5EF4-FFF2-40B4-BE49-F238E27FC236}">
                <a16:creationId xmlns:a16="http://schemas.microsoft.com/office/drawing/2014/main" id="{FF1F6EFB-5256-450A-A182-E4A5E9AF56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a:extLst>
              <a:ext uri="{FF2B5EF4-FFF2-40B4-BE49-F238E27FC236}">
                <a16:creationId xmlns:a16="http://schemas.microsoft.com/office/drawing/2014/main" id="{189C53FD-0CCB-4334-BF5E-FFAACA9AA6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CFEF82-FC68-46C4-81B9-C94B3D339753}" type="slidenum">
              <a:rPr lang="es-AR" smtClean="0"/>
              <a:t>‹Nº›</a:t>
            </a:fld>
            <a:endParaRPr lang="es-AR"/>
          </a:p>
        </p:txBody>
      </p:sp>
      <p:sp>
        <p:nvSpPr>
          <p:cNvPr id="9" name="CuadroTexto 8">
            <a:extLst>
              <a:ext uri="{FF2B5EF4-FFF2-40B4-BE49-F238E27FC236}">
                <a16:creationId xmlns:a16="http://schemas.microsoft.com/office/drawing/2014/main" id="{70B6ECE2-8BCD-4885-A8BE-4563684958BB}"/>
              </a:ext>
            </a:extLst>
          </p:cNvPr>
          <p:cNvSpPr txBox="1"/>
          <p:nvPr userDrawn="1">
            <p:extLst>
              <p:ext uri="{1162E1C5-73C7-4A58-AE30-91384D911F3F}">
                <p184:classification xmlns:p184="http://schemas.microsoft.com/office/powerpoint/2018/4/main" val="hdr"/>
              </p:ext>
            </p:extLst>
          </p:nvPr>
        </p:nvSpPr>
        <p:spPr>
          <a:xfrm>
            <a:off x="11263313" y="0"/>
            <a:ext cx="773112" cy="152400"/>
          </a:xfrm>
          <a:prstGeom prst="rect">
            <a:avLst/>
          </a:prstGeom>
        </p:spPr>
        <p:txBody>
          <a:bodyPr horzOverflow="overflow" lIns="0" tIns="0" rIns="0" bIns="0">
            <a:spAutoFit/>
          </a:bodyPr>
          <a:lstStyle/>
          <a:p>
            <a:pPr algn="r"/>
            <a:r>
              <a:rPr lang="es-AR" sz="1000">
                <a:solidFill>
                  <a:srgbClr val="000000"/>
                </a:solidFill>
                <a:latin typeface="Calibri" panose="020F0502020204030204" pitchFamily="34" charset="0"/>
                <a:cs typeface="Calibri" panose="020F0502020204030204" pitchFamily="34" charset="0"/>
              </a:rPr>
              <a:t>AESA - Privada</a:t>
            </a:r>
          </a:p>
        </p:txBody>
      </p:sp>
      <p:sp>
        <p:nvSpPr>
          <p:cNvPr id="10" name="CuadroTexto 9">
            <a:extLst>
              <a:ext uri="{FF2B5EF4-FFF2-40B4-BE49-F238E27FC236}">
                <a16:creationId xmlns:a16="http://schemas.microsoft.com/office/drawing/2014/main" id="{9C508BFF-E42F-41CD-B0C1-E206C1794FD7}"/>
              </a:ext>
            </a:extLst>
          </p:cNvPr>
          <p:cNvSpPr txBox="1"/>
          <p:nvPr userDrawn="1">
            <p:extLst>
              <p:ext uri="{1162E1C5-73C7-4A58-AE30-91384D911F3F}">
                <p184:classification xmlns:p184="http://schemas.microsoft.com/office/powerpoint/2018/4/main" val="ftr"/>
              </p:ext>
            </p:extLst>
          </p:nvPr>
        </p:nvSpPr>
        <p:spPr>
          <a:xfrm>
            <a:off x="11263313" y="6705600"/>
            <a:ext cx="773112" cy="152400"/>
          </a:xfrm>
          <a:prstGeom prst="rect">
            <a:avLst/>
          </a:prstGeom>
        </p:spPr>
        <p:txBody>
          <a:bodyPr horzOverflow="overflow" lIns="0" tIns="0" rIns="0" bIns="0">
            <a:spAutoFit/>
          </a:bodyPr>
          <a:lstStyle/>
          <a:p>
            <a:pPr algn="r"/>
            <a:r>
              <a:rPr lang="es-AR" sz="1000">
                <a:solidFill>
                  <a:srgbClr val="000000"/>
                </a:solidFill>
                <a:latin typeface="Calibri" panose="020F0502020204030204" pitchFamily="34" charset="0"/>
                <a:cs typeface="Calibri" panose="020F0502020204030204" pitchFamily="34" charset="0"/>
              </a:rPr>
              <a:t>AESA - Privada</a:t>
            </a:r>
          </a:p>
        </p:txBody>
      </p:sp>
    </p:spTree>
    <p:extLst>
      <p:ext uri="{BB962C8B-B14F-4D97-AF65-F5344CB8AC3E}">
        <p14:creationId xmlns:p14="http://schemas.microsoft.com/office/powerpoint/2010/main" val="261563991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alpha val="85490"/>
          </a:schemeClr>
        </a:solidFill>
        <a:effectLst/>
      </p:bgPr>
    </p:bg>
    <p:spTree>
      <p:nvGrpSpPr>
        <p:cNvPr id="1" name="Shape 105"/>
        <p:cNvGrpSpPr/>
        <p:nvPr/>
      </p:nvGrpSpPr>
      <p:grpSpPr>
        <a:xfrm>
          <a:off x="0" y="0"/>
          <a:ext cx="0" cy="0"/>
          <a:chOff x="0" y="0"/>
          <a:chExt cx="0" cy="0"/>
        </a:xfrm>
      </p:grpSpPr>
      <p:pic>
        <p:nvPicPr>
          <p:cNvPr id="9" name="Marcador de posición de imagen 8" descr="Una torre de un edificio&#10;&#10;El contenido generado por IA puede ser incorrecto.">
            <a:extLst>
              <a:ext uri="{FF2B5EF4-FFF2-40B4-BE49-F238E27FC236}">
                <a16:creationId xmlns:a16="http://schemas.microsoft.com/office/drawing/2014/main" id="{EAC7A247-C1B5-B61B-BF57-D1976586E353}"/>
              </a:ext>
            </a:extLst>
          </p:cNvPr>
          <p:cNvPicPr>
            <a:picLocks noGrp="1" noChangeAspect="1"/>
          </p:cNvPicPr>
          <p:nvPr>
            <p:ph type="pic" idx="2"/>
          </p:nvPr>
        </p:nvPicPr>
        <p:blipFill>
          <a:blip r:embed="rId3"/>
          <a:srcRect t="15415" b="15415"/>
          <a:stretch>
            <a:fillRect/>
          </a:stretch>
        </p:blipFill>
        <p:spPr/>
      </p:pic>
      <p:sp>
        <p:nvSpPr>
          <p:cNvPr id="108" name="Google Shape;108;p1"/>
          <p:cNvSpPr txBox="1"/>
          <p:nvPr/>
        </p:nvSpPr>
        <p:spPr>
          <a:xfrm>
            <a:off x="917517" y="5834362"/>
            <a:ext cx="7017900" cy="72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chemeClr val="dk1"/>
                </a:solidFill>
                <a:latin typeface="Helvetica Neue"/>
                <a:ea typeface="Helvetica Neue"/>
                <a:cs typeface="Helvetica Neue"/>
                <a:sym typeface="Helvetica Neue"/>
              </a:rPr>
              <a:t>Título de la presentación</a:t>
            </a:r>
            <a:endParaRPr sz="3000" b="1" i="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Helvetica Neue"/>
                <a:ea typeface="Helvetica Neue"/>
                <a:cs typeface="Helvetica Neue"/>
                <a:sym typeface="Helvetica Neue"/>
              </a:rPr>
              <a:t>| MES AÑO</a:t>
            </a:r>
            <a:endParaRPr sz="2000" b="0" i="0" u="none" strike="noStrike" cap="none">
              <a:solidFill>
                <a:schemeClr val="dk1"/>
              </a:solidFill>
              <a:latin typeface="Helvetica Neue"/>
              <a:ea typeface="Helvetica Neue"/>
              <a:cs typeface="Helvetica Neue"/>
              <a:sym typeface="Helvetica Neue"/>
            </a:endParaRPr>
          </a:p>
        </p:txBody>
      </p:sp>
      <p:pic>
        <p:nvPicPr>
          <p:cNvPr id="109" name="Google Shape;109;p1"/>
          <p:cNvPicPr preferRelativeResize="0"/>
          <p:nvPr/>
        </p:nvPicPr>
        <p:blipFill rotWithShape="1">
          <a:blip r:embed="rId4">
            <a:alphaModFix/>
          </a:blip>
          <a:srcRect/>
          <a:stretch/>
        </p:blipFill>
        <p:spPr>
          <a:xfrm>
            <a:off x="10462801" y="5798899"/>
            <a:ext cx="1549450" cy="796625"/>
          </a:xfrm>
          <a:prstGeom prst="rect">
            <a:avLst/>
          </a:prstGeom>
          <a:noFill/>
          <a:ln>
            <a:noFill/>
          </a:ln>
        </p:spPr>
      </p:pic>
      <p:pic>
        <p:nvPicPr>
          <p:cNvPr id="110" name="Google Shape;110;p1"/>
          <p:cNvPicPr preferRelativeResize="0"/>
          <p:nvPr/>
        </p:nvPicPr>
        <p:blipFill rotWithShape="1">
          <a:blip r:embed="rId5">
            <a:alphaModFix/>
          </a:blip>
          <a:srcRect r="-5518"/>
          <a:stretch/>
        </p:blipFill>
        <p:spPr>
          <a:xfrm>
            <a:off x="0" y="4446275"/>
            <a:ext cx="12864251" cy="1050076"/>
          </a:xfrm>
          <a:prstGeom prst="rect">
            <a:avLst/>
          </a:prstGeom>
          <a:noFill/>
          <a:ln>
            <a:noFill/>
          </a:ln>
        </p:spPr>
      </p:pic>
      <p:pic>
        <p:nvPicPr>
          <p:cNvPr id="111" name="Google Shape;111;p1"/>
          <p:cNvPicPr preferRelativeResize="0"/>
          <p:nvPr/>
        </p:nvPicPr>
        <p:blipFill rotWithShape="1">
          <a:blip r:embed="rId5">
            <a:alphaModFix/>
          </a:blip>
          <a:srcRect r="-5518"/>
          <a:stretch/>
        </p:blipFill>
        <p:spPr>
          <a:xfrm flipH="1">
            <a:off x="0" y="0"/>
            <a:ext cx="12864251" cy="10500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alpha val="85490"/>
          </a:schemeClr>
        </a:solidFill>
        <a:effectLst/>
      </p:bgPr>
    </p:bg>
    <p:spTree>
      <p:nvGrpSpPr>
        <p:cNvPr id="1" name="Shape 116"/>
        <p:cNvGrpSpPr/>
        <p:nvPr/>
      </p:nvGrpSpPr>
      <p:grpSpPr>
        <a:xfrm>
          <a:off x="0" y="0"/>
          <a:ext cx="0" cy="0"/>
          <a:chOff x="0" y="0"/>
          <a:chExt cx="0" cy="0"/>
        </a:xfrm>
      </p:grpSpPr>
      <p:pic>
        <p:nvPicPr>
          <p:cNvPr id="118" name="Google Shape;118;p2" descr="Una carretera cerca de un edificio&#10;&#10;Descripción generada automáticamente con confianza media"/>
          <p:cNvPicPr preferRelativeResize="0">
            <a:picLocks noGrp="1"/>
          </p:cNvPicPr>
          <p:nvPr>
            <p:ph type="pic" idx="2"/>
          </p:nvPr>
        </p:nvPicPr>
        <p:blipFill rotWithShape="1">
          <a:blip r:embed="rId3">
            <a:alphaModFix/>
          </a:blip>
          <a:srcRect t="8227" b="8227"/>
          <a:stretch/>
        </p:blipFill>
        <p:spPr>
          <a:xfrm>
            <a:off x="0" y="-233085"/>
            <a:ext cx="12192000" cy="5729435"/>
          </a:xfrm>
          <a:prstGeom prst="rect">
            <a:avLst/>
          </a:prstGeom>
          <a:noFill/>
          <a:ln>
            <a:noFill/>
          </a:ln>
        </p:spPr>
      </p:pic>
      <p:sp>
        <p:nvSpPr>
          <p:cNvPr id="119" name="Google Shape;119;p2"/>
          <p:cNvSpPr txBox="1"/>
          <p:nvPr/>
        </p:nvSpPr>
        <p:spPr>
          <a:xfrm>
            <a:off x="917517" y="5834362"/>
            <a:ext cx="7017900" cy="72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chemeClr val="dk1"/>
                </a:solidFill>
                <a:latin typeface="Helvetica Neue"/>
                <a:ea typeface="Helvetica Neue"/>
                <a:cs typeface="Helvetica Neue"/>
                <a:sym typeface="Helvetica Neue"/>
              </a:rPr>
              <a:t>Título de la presentación</a:t>
            </a:r>
            <a:endParaRPr sz="3000" b="1" i="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Helvetica Neue"/>
                <a:ea typeface="Helvetica Neue"/>
                <a:cs typeface="Helvetica Neue"/>
                <a:sym typeface="Helvetica Neue"/>
              </a:rPr>
              <a:t>| MES AÑO</a:t>
            </a:r>
            <a:endParaRPr sz="2000" b="0" i="0" u="none" strike="noStrike" cap="none">
              <a:solidFill>
                <a:schemeClr val="dk1"/>
              </a:solidFill>
              <a:latin typeface="Helvetica Neue"/>
              <a:ea typeface="Helvetica Neue"/>
              <a:cs typeface="Helvetica Neue"/>
              <a:sym typeface="Helvetica Neue"/>
            </a:endParaRPr>
          </a:p>
        </p:txBody>
      </p:sp>
      <p:pic>
        <p:nvPicPr>
          <p:cNvPr id="120" name="Google Shape;120;p2"/>
          <p:cNvPicPr preferRelativeResize="0"/>
          <p:nvPr/>
        </p:nvPicPr>
        <p:blipFill rotWithShape="1">
          <a:blip r:embed="rId4">
            <a:alphaModFix/>
          </a:blip>
          <a:srcRect/>
          <a:stretch/>
        </p:blipFill>
        <p:spPr>
          <a:xfrm>
            <a:off x="10462801" y="5798899"/>
            <a:ext cx="1549450" cy="796625"/>
          </a:xfrm>
          <a:prstGeom prst="rect">
            <a:avLst/>
          </a:prstGeom>
          <a:noFill/>
          <a:ln>
            <a:noFill/>
          </a:ln>
        </p:spPr>
      </p:pic>
      <p:pic>
        <p:nvPicPr>
          <p:cNvPr id="121" name="Google Shape;121;p2"/>
          <p:cNvPicPr preferRelativeResize="0"/>
          <p:nvPr/>
        </p:nvPicPr>
        <p:blipFill rotWithShape="1">
          <a:blip r:embed="rId5">
            <a:alphaModFix/>
          </a:blip>
          <a:srcRect r="-5518"/>
          <a:stretch/>
        </p:blipFill>
        <p:spPr>
          <a:xfrm>
            <a:off x="0" y="4446275"/>
            <a:ext cx="12864251" cy="1050076"/>
          </a:xfrm>
          <a:prstGeom prst="rect">
            <a:avLst/>
          </a:prstGeom>
          <a:noFill/>
          <a:ln>
            <a:noFill/>
          </a:ln>
        </p:spPr>
      </p:pic>
      <p:pic>
        <p:nvPicPr>
          <p:cNvPr id="122" name="Google Shape;122;p2"/>
          <p:cNvPicPr preferRelativeResize="0"/>
          <p:nvPr/>
        </p:nvPicPr>
        <p:blipFill rotWithShape="1">
          <a:blip r:embed="rId5">
            <a:alphaModFix/>
          </a:blip>
          <a:srcRect r="-5518"/>
          <a:stretch/>
        </p:blipFill>
        <p:spPr>
          <a:xfrm flipH="1">
            <a:off x="0" y="0"/>
            <a:ext cx="12864251" cy="10500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EFB40F58-FC20-AFB2-6089-6887F159C35F}"/>
            </a:ext>
          </a:extLst>
        </p:cNvPr>
        <p:cNvGrpSpPr/>
        <p:nvPr/>
      </p:nvGrpSpPr>
      <p:grpSpPr>
        <a:xfrm>
          <a:off x="0" y="0"/>
          <a:ext cx="0" cy="0"/>
          <a:chOff x="0" y="0"/>
          <a:chExt cx="0" cy="0"/>
        </a:xfrm>
      </p:grpSpPr>
      <p:sp>
        <p:nvSpPr>
          <p:cNvPr id="161" name="Google Shape;161;p6">
            <a:extLst>
              <a:ext uri="{FF2B5EF4-FFF2-40B4-BE49-F238E27FC236}">
                <a16:creationId xmlns:a16="http://schemas.microsoft.com/office/drawing/2014/main" id="{14C5753A-F587-A0AF-6139-10B8F744F69B}"/>
              </a:ext>
            </a:extLst>
          </p:cNvPr>
          <p:cNvSpPr txBox="1">
            <a:spLocks noGrp="1"/>
          </p:cNvSpPr>
          <p:nvPr>
            <p:ph type="sldNum" idx="12"/>
          </p:nvPr>
        </p:nvSpPr>
        <p:spPr>
          <a:xfrm>
            <a:off x="76634" y="5561679"/>
            <a:ext cx="343442" cy="365126"/>
          </a:xfrm>
          <a:prstGeom prst="rect">
            <a:avLst/>
          </a:prstGeom>
          <a:solidFill>
            <a:srgbClr val="0094D3"/>
          </a:soli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50"/>
              <a:buNone/>
            </a:pPr>
            <a:fld id="{00000000-1234-1234-1234-123412341234}" type="slidenum">
              <a:rPr lang="en-US" sz="1050">
                <a:solidFill>
                  <a:schemeClr val="lt1"/>
                </a:solidFill>
              </a:rPr>
              <a:t>3</a:t>
            </a:fld>
            <a:endParaRPr sz="1050">
              <a:solidFill>
                <a:schemeClr val="lt1"/>
              </a:solidFill>
            </a:endParaRPr>
          </a:p>
        </p:txBody>
      </p:sp>
      <p:sp>
        <p:nvSpPr>
          <p:cNvPr id="162" name="Google Shape;162;p6">
            <a:extLst>
              <a:ext uri="{FF2B5EF4-FFF2-40B4-BE49-F238E27FC236}">
                <a16:creationId xmlns:a16="http://schemas.microsoft.com/office/drawing/2014/main" id="{016C45DB-0538-13E5-74A5-4197A7059829}"/>
              </a:ext>
            </a:extLst>
          </p:cNvPr>
          <p:cNvSpPr/>
          <p:nvPr/>
        </p:nvSpPr>
        <p:spPr>
          <a:xfrm>
            <a:off x="1050568" y="3200722"/>
            <a:ext cx="3645000" cy="1385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262626"/>
                </a:solidFill>
                <a:latin typeface="Helvetica Neue"/>
                <a:ea typeface="Helvetica Neue"/>
                <a:cs typeface="Helvetica Neue"/>
                <a:sym typeface="Helvetica Neue"/>
              </a:rPr>
              <a:t>Lorem ipsum dolor sit amet, consectetur adipiscing elit. Nulla imperdiet volutpat dui at fermentum. Aliquam erat volutpat. Aenean lacinia lacus aliquet ante mollis, sollicitudin tempor tortor aliquam. Nulla facilisi. Nam auctorLorem ipsum</a:t>
            </a:r>
            <a:endParaRPr sz="1400" b="0" i="0" u="none" strike="noStrike" cap="none">
              <a:solidFill>
                <a:srgbClr val="000000"/>
              </a:solidFill>
              <a:latin typeface="Helvetica Neue"/>
              <a:ea typeface="Helvetica Neue"/>
              <a:cs typeface="Helvetica Neue"/>
              <a:sym typeface="Helvetica Neue"/>
            </a:endParaRPr>
          </a:p>
        </p:txBody>
      </p:sp>
      <p:sp>
        <p:nvSpPr>
          <p:cNvPr id="163" name="Google Shape;163;p6">
            <a:extLst>
              <a:ext uri="{FF2B5EF4-FFF2-40B4-BE49-F238E27FC236}">
                <a16:creationId xmlns:a16="http://schemas.microsoft.com/office/drawing/2014/main" id="{C73BE56E-27AA-CF94-EB23-A34FCEEA5A18}"/>
              </a:ext>
            </a:extLst>
          </p:cNvPr>
          <p:cNvSpPr txBox="1"/>
          <p:nvPr/>
        </p:nvSpPr>
        <p:spPr>
          <a:xfrm>
            <a:off x="1050568" y="2272181"/>
            <a:ext cx="3491400" cy="72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094D3"/>
                </a:solidFill>
                <a:latin typeface="Helvetica Neue"/>
                <a:ea typeface="Helvetica Neue"/>
                <a:cs typeface="Helvetica Neue"/>
                <a:sym typeface="Helvetica Neue"/>
              </a:rPr>
              <a:t>Título de la</a:t>
            </a:r>
            <a:endParaRPr sz="3000" b="1" i="0" u="none" strike="noStrike" cap="none">
              <a:solidFill>
                <a:srgbClr val="0094D3"/>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262626"/>
                </a:solidFill>
                <a:latin typeface="Helvetica Neue"/>
                <a:ea typeface="Helvetica Neue"/>
                <a:cs typeface="Helvetica Neue"/>
                <a:sym typeface="Helvetica Neue"/>
              </a:rPr>
              <a:t>carátula interna</a:t>
            </a:r>
            <a:endParaRPr sz="4000" b="1" i="0" u="none" strike="noStrike" cap="none">
              <a:solidFill>
                <a:srgbClr val="262626"/>
              </a:solidFill>
              <a:latin typeface="Helvetica Neue"/>
              <a:ea typeface="Helvetica Neue"/>
              <a:cs typeface="Helvetica Neue"/>
              <a:sym typeface="Helvetica Neue"/>
            </a:endParaRPr>
          </a:p>
        </p:txBody>
      </p:sp>
      <p:pic>
        <p:nvPicPr>
          <p:cNvPr id="10" name="Marcador de posición de imagen 9" descr="Grúa de construcción&#10;&#10;El contenido generado por IA puede ser incorrecto.">
            <a:extLst>
              <a:ext uri="{FF2B5EF4-FFF2-40B4-BE49-F238E27FC236}">
                <a16:creationId xmlns:a16="http://schemas.microsoft.com/office/drawing/2014/main" id="{588BCEA9-5753-C597-7E0D-7E2CE253099C}"/>
              </a:ext>
            </a:extLst>
          </p:cNvPr>
          <p:cNvPicPr>
            <a:picLocks noGrp="1" noChangeAspect="1"/>
          </p:cNvPicPr>
          <p:nvPr>
            <p:ph type="pic" idx="2"/>
          </p:nvPr>
        </p:nvPicPr>
        <p:blipFill>
          <a:blip r:embed="rId3"/>
          <a:srcRect l="16435" r="16435"/>
          <a:stretch>
            <a:fillRect/>
          </a:stretch>
        </p:blipFill>
        <p:spPr/>
      </p:pic>
    </p:spTree>
    <p:extLst>
      <p:ext uri="{BB962C8B-B14F-4D97-AF65-F5344CB8AC3E}">
        <p14:creationId xmlns:p14="http://schemas.microsoft.com/office/powerpoint/2010/main" val="2670683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p:nvPr/>
        </p:nvSpPr>
        <p:spPr>
          <a:xfrm>
            <a:off x="5272088" y="0"/>
            <a:ext cx="6919800" cy="6858000"/>
          </a:xfrm>
          <a:prstGeom prst="rect">
            <a:avLst/>
          </a:prstGeom>
          <a:solidFill>
            <a:srgbClr val="0094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81" name="Google Shape;181;p8"/>
          <p:cNvSpPr txBox="1">
            <a:spLocks noGrp="1"/>
          </p:cNvSpPr>
          <p:nvPr>
            <p:ph type="sldNum" idx="12"/>
          </p:nvPr>
        </p:nvSpPr>
        <p:spPr>
          <a:xfrm>
            <a:off x="76634" y="5561679"/>
            <a:ext cx="343442" cy="365126"/>
          </a:xfrm>
          <a:prstGeom prst="rect">
            <a:avLst/>
          </a:prstGeom>
          <a:solidFill>
            <a:srgbClr val="0094D3"/>
          </a:soli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50"/>
              <a:buNone/>
            </a:pPr>
            <a:fld id="{00000000-1234-1234-1234-123412341234}" type="slidenum">
              <a:rPr lang="en-US" sz="1050">
                <a:solidFill>
                  <a:schemeClr val="lt1"/>
                </a:solidFill>
              </a:rPr>
              <a:t>4</a:t>
            </a:fld>
            <a:endParaRPr sz="1050">
              <a:solidFill>
                <a:schemeClr val="lt1"/>
              </a:solidFill>
            </a:endParaRPr>
          </a:p>
        </p:txBody>
      </p:sp>
      <p:sp>
        <p:nvSpPr>
          <p:cNvPr id="182" name="Google Shape;182;p8"/>
          <p:cNvSpPr/>
          <p:nvPr/>
        </p:nvSpPr>
        <p:spPr>
          <a:xfrm>
            <a:off x="1050568" y="3558647"/>
            <a:ext cx="3645000" cy="1385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262626"/>
                </a:solidFill>
                <a:latin typeface="Open Sans Medium"/>
                <a:ea typeface="Open Sans Medium"/>
                <a:cs typeface="Open Sans Medium"/>
                <a:sym typeface="Open Sans Medium"/>
              </a:rPr>
              <a:t>Lorem ipsum dolor sit amet, consectetur adipiscing elit. Nulla imperdiet volutpat dui at fermentum. Aliquam erat volutpat. Aenean lacinia lacus aliquet ante mollis, sollicitudin tempor tortor aliquam. Nulla facilisi. Nam auctorLorem ipsum</a:t>
            </a:r>
            <a:endParaRPr sz="1400" b="0" i="0" u="none" strike="noStrike" cap="none">
              <a:solidFill>
                <a:srgbClr val="000000"/>
              </a:solidFill>
              <a:latin typeface="Arial"/>
              <a:ea typeface="Arial"/>
              <a:cs typeface="Arial"/>
              <a:sym typeface="Arial"/>
            </a:endParaRPr>
          </a:p>
        </p:txBody>
      </p:sp>
      <p:sp>
        <p:nvSpPr>
          <p:cNvPr id="183" name="Google Shape;183;p8"/>
          <p:cNvSpPr txBox="1"/>
          <p:nvPr/>
        </p:nvSpPr>
        <p:spPr>
          <a:xfrm>
            <a:off x="1050568" y="2272181"/>
            <a:ext cx="3491400" cy="72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094D3"/>
                </a:solidFill>
                <a:latin typeface="Inter"/>
                <a:ea typeface="Inter"/>
                <a:cs typeface="Inter"/>
                <a:sym typeface="Inter"/>
              </a:rPr>
              <a:t>Título de la</a:t>
            </a:r>
            <a:endParaRPr sz="3000" b="1" i="0" u="none" strike="noStrike" cap="none">
              <a:solidFill>
                <a:srgbClr val="0094D3"/>
              </a:solidFill>
              <a:latin typeface="Inter"/>
              <a:ea typeface="Inter"/>
              <a:cs typeface="Inter"/>
              <a:sym typeface="Inter"/>
            </a:endParaRPr>
          </a:p>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262626"/>
                </a:solidFill>
                <a:latin typeface="Inter"/>
                <a:ea typeface="Inter"/>
                <a:cs typeface="Inter"/>
                <a:sym typeface="Inter"/>
              </a:rPr>
              <a:t>carátula interna sin imagen</a:t>
            </a:r>
            <a:endParaRPr sz="4000" b="1" i="0" u="none" strike="noStrike" cap="none">
              <a:solidFill>
                <a:srgbClr val="262626"/>
              </a:solidFill>
              <a:latin typeface="Verdana"/>
              <a:ea typeface="Verdana"/>
              <a:cs typeface="Verdana"/>
              <a:sym typeface="Verdana"/>
            </a:endParaRPr>
          </a:p>
        </p:txBody>
      </p:sp>
      <p:pic>
        <p:nvPicPr>
          <p:cNvPr id="184" name="Google Shape;184;p8"/>
          <p:cNvPicPr preferRelativeResize="0"/>
          <p:nvPr/>
        </p:nvPicPr>
        <p:blipFill rotWithShape="1">
          <a:blip r:embed="rId3">
            <a:alphaModFix/>
          </a:blip>
          <a:srcRect l="298" r="288"/>
          <a:stretch/>
        </p:blipFill>
        <p:spPr>
          <a:xfrm>
            <a:off x="10877998" y="158675"/>
            <a:ext cx="1137251" cy="584700"/>
          </a:xfrm>
          <a:prstGeom prst="rect">
            <a:avLst/>
          </a:prstGeom>
          <a:noFill/>
          <a:ln>
            <a:noFill/>
          </a:ln>
        </p:spPr>
      </p:pic>
      <p:pic>
        <p:nvPicPr>
          <p:cNvPr id="185" name="Google Shape;185;p8"/>
          <p:cNvPicPr preferRelativeResize="0"/>
          <p:nvPr/>
        </p:nvPicPr>
        <p:blipFill rotWithShape="1">
          <a:blip r:embed="rId4">
            <a:alphaModFix/>
          </a:blip>
          <a:srcRect r="-5518"/>
          <a:stretch/>
        </p:blipFill>
        <p:spPr>
          <a:xfrm rot="10799998" flipH="1">
            <a:off x="5279152" y="2"/>
            <a:ext cx="8292301" cy="3418818"/>
          </a:xfrm>
          <a:prstGeom prst="rect">
            <a:avLst/>
          </a:prstGeom>
          <a:noFill/>
          <a:ln>
            <a:noFill/>
          </a:ln>
        </p:spPr>
      </p:pic>
      <p:pic>
        <p:nvPicPr>
          <p:cNvPr id="186" name="Google Shape;186;p8"/>
          <p:cNvPicPr preferRelativeResize="0"/>
          <p:nvPr/>
        </p:nvPicPr>
        <p:blipFill rotWithShape="1">
          <a:blip r:embed="rId4">
            <a:alphaModFix/>
          </a:blip>
          <a:srcRect r="-5518"/>
          <a:stretch/>
        </p:blipFill>
        <p:spPr>
          <a:xfrm rot="3">
            <a:off x="5279138" y="4545640"/>
            <a:ext cx="6905723" cy="28471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9"/>
          <p:cNvSpPr txBox="1">
            <a:spLocks noGrp="1"/>
          </p:cNvSpPr>
          <p:nvPr>
            <p:ph type="sldNum" idx="12"/>
          </p:nvPr>
        </p:nvSpPr>
        <p:spPr>
          <a:xfrm>
            <a:off x="76634" y="5561679"/>
            <a:ext cx="343442" cy="365126"/>
          </a:xfrm>
          <a:prstGeom prst="rect">
            <a:avLst/>
          </a:prstGeom>
          <a:solidFill>
            <a:srgbClr val="0094D3"/>
          </a:soli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50"/>
              <a:buNone/>
            </a:pPr>
            <a:fld id="{00000000-1234-1234-1234-123412341234}" type="slidenum">
              <a:rPr lang="en-US" sz="1050">
                <a:solidFill>
                  <a:schemeClr val="lt1"/>
                </a:solidFill>
              </a:rPr>
              <a:t>5</a:t>
            </a:fld>
            <a:endParaRPr sz="1050">
              <a:solidFill>
                <a:schemeClr val="lt1"/>
              </a:solidFill>
            </a:endParaRPr>
          </a:p>
        </p:txBody>
      </p:sp>
      <p:sp>
        <p:nvSpPr>
          <p:cNvPr id="193" name="Google Shape;193;p9"/>
          <p:cNvSpPr txBox="1"/>
          <p:nvPr/>
        </p:nvSpPr>
        <p:spPr>
          <a:xfrm>
            <a:off x="901643" y="1608021"/>
            <a:ext cx="4803300" cy="72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94D3"/>
                </a:solidFill>
                <a:latin typeface="Helvetica Neue"/>
                <a:ea typeface="Helvetica Neue"/>
                <a:cs typeface="Helvetica Neue"/>
                <a:sym typeface="Helvetica Neue"/>
              </a:rPr>
              <a:t>Slide</a:t>
            </a:r>
            <a:r>
              <a:rPr lang="en-US" sz="3600" b="1" i="0" u="none" strike="noStrike" cap="none">
                <a:solidFill>
                  <a:srgbClr val="3F3F3F"/>
                </a:solidFill>
                <a:latin typeface="Helvetica Neue"/>
                <a:ea typeface="Helvetica Neue"/>
                <a:cs typeface="Helvetica Neue"/>
                <a:sym typeface="Helvetica Neue"/>
              </a:rPr>
              <a:t> para texto</a:t>
            </a:r>
            <a:endParaRPr sz="1400" b="1" i="0" u="none" strike="noStrike" cap="none">
              <a:solidFill>
                <a:srgbClr val="000000"/>
              </a:solidFill>
              <a:latin typeface="Helvetica Neue"/>
              <a:ea typeface="Helvetica Neue"/>
              <a:cs typeface="Helvetica Neue"/>
              <a:sym typeface="Helvetica Neue"/>
            </a:endParaRPr>
          </a:p>
        </p:txBody>
      </p:sp>
      <p:sp>
        <p:nvSpPr>
          <p:cNvPr id="194" name="Google Shape;194;p9"/>
          <p:cNvSpPr/>
          <p:nvPr/>
        </p:nvSpPr>
        <p:spPr>
          <a:xfrm>
            <a:off x="901643" y="2445391"/>
            <a:ext cx="10746900" cy="1077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62626"/>
                </a:solidFill>
                <a:latin typeface="Helvetica Neue"/>
                <a:ea typeface="Helvetica Neue"/>
                <a:cs typeface="Helvetica Neue"/>
                <a:sym typeface="Helvetica Neue"/>
              </a:rPr>
              <a:t>Lorem ipsum dolor sit amet, consectetur adipiscing elit. Nulla imperdiet volutpat dui at fermentum. Aliquam erat volutpat. Aenean lacinia lacus aliquet ante mollis, sollicitudin tempor tortor aliquam. Nulla facilisi. Nam auctorLorem ipsum dolor sit amet, consectetur adipiscing elit. Nulla imperdiet volutpat dui at fermentum. Aliquam erat volutpat. Aenean lacinia lacus aliquet ante</a:t>
            </a:r>
            <a:endParaRPr sz="1400" b="0" i="0" u="none" strike="noStrike" cap="none">
              <a:solidFill>
                <a:srgbClr val="000000"/>
              </a:solidFill>
              <a:latin typeface="Helvetica Neue"/>
              <a:ea typeface="Helvetica Neue"/>
              <a:cs typeface="Helvetica Neue"/>
              <a:sym typeface="Helvetica Neue"/>
            </a:endParaRPr>
          </a:p>
        </p:txBody>
      </p:sp>
      <p:sp>
        <p:nvSpPr>
          <p:cNvPr id="195" name="Google Shape;195;p9"/>
          <p:cNvSpPr/>
          <p:nvPr/>
        </p:nvSpPr>
        <p:spPr>
          <a:xfrm>
            <a:off x="901643" y="3733941"/>
            <a:ext cx="10746900" cy="1077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62626"/>
                </a:solidFill>
                <a:latin typeface="Helvetica Neue"/>
                <a:ea typeface="Helvetica Neue"/>
                <a:cs typeface="Helvetica Neue"/>
                <a:sym typeface="Helvetica Neue"/>
              </a:rPr>
              <a:t>Lorem ipsum dolor sit amet, consectetur adipiscing elit. Nulla imperdiet volutpat dui at fermentum. Aliquam erat volutpat. Aenean lacinia lacus aliquet ante mollis, sollicitudin tempor tortor aliquam. Nulla facilisi. Nam auctorLorem ipsum dolor sit amet, consectetur adipiscing elit. Nulla imperdiet volutpat dui at fermentum. Aliquam erat volutpat. Aenean lacinia lacus aliquet ante</a:t>
            </a:r>
            <a:endParaRPr sz="1400" b="0" i="0" u="none" strike="noStrike" cap="none">
              <a:solidFill>
                <a:srgbClr val="000000"/>
              </a:solidFill>
              <a:latin typeface="Helvetica Neue"/>
              <a:ea typeface="Helvetica Neue"/>
              <a:cs typeface="Helvetica Neue"/>
              <a:sym typeface="Helvetica Neue"/>
            </a:endParaRPr>
          </a:p>
        </p:txBody>
      </p:sp>
      <p:pic>
        <p:nvPicPr>
          <p:cNvPr id="197" name="Google Shape;197;p9"/>
          <p:cNvPicPr preferRelativeResize="0"/>
          <p:nvPr/>
        </p:nvPicPr>
        <p:blipFill rotWithShape="1">
          <a:blip r:embed="rId3">
            <a:alphaModFix/>
          </a:blip>
          <a:srcRect/>
          <a:stretch/>
        </p:blipFill>
        <p:spPr>
          <a:xfrm>
            <a:off x="10861692" y="158675"/>
            <a:ext cx="1137252" cy="584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0"/>
          <p:cNvSpPr txBox="1">
            <a:spLocks noGrp="1"/>
          </p:cNvSpPr>
          <p:nvPr>
            <p:ph type="sldNum" idx="12"/>
          </p:nvPr>
        </p:nvSpPr>
        <p:spPr>
          <a:xfrm>
            <a:off x="76634" y="5561679"/>
            <a:ext cx="343442" cy="365126"/>
          </a:xfrm>
          <a:prstGeom prst="rect">
            <a:avLst/>
          </a:prstGeom>
          <a:solidFill>
            <a:srgbClr val="0094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Arial"/>
              <a:buNone/>
            </a:pPr>
            <a:fld id="{00000000-1234-1234-1234-123412341234}" type="slidenum">
              <a:rPr lang="en-US" sz="1050" b="0" i="0" u="none" strike="noStrike" cap="none">
                <a:solidFill>
                  <a:srgbClr val="FFFFFF"/>
                </a:solidFill>
                <a:latin typeface="Arial"/>
                <a:ea typeface="Arial"/>
                <a:cs typeface="Arial"/>
                <a:sym typeface="Arial"/>
              </a:rPr>
              <a:t>6</a:t>
            </a:fld>
            <a:endParaRPr sz="1050" b="0" i="0" u="none" strike="noStrike" cap="none">
              <a:solidFill>
                <a:srgbClr val="FFFFFF"/>
              </a:solidFill>
              <a:latin typeface="Arial"/>
              <a:ea typeface="Arial"/>
              <a:cs typeface="Arial"/>
              <a:sym typeface="Arial"/>
            </a:endParaRPr>
          </a:p>
        </p:txBody>
      </p:sp>
      <p:graphicFrame>
        <p:nvGraphicFramePr>
          <p:cNvPr id="204" name="Google Shape;204;p10"/>
          <p:cNvGraphicFramePr/>
          <p:nvPr/>
        </p:nvGraphicFramePr>
        <p:xfrm>
          <a:off x="6962479" y="1783665"/>
          <a:ext cx="3560700" cy="4547700"/>
        </p:xfrm>
        <a:graphic>
          <a:graphicData uri="http://schemas.openxmlformats.org/drawingml/2006/chart">
            <c:chart xmlns:c="http://schemas.openxmlformats.org/drawingml/2006/chart" xmlns:r="http://schemas.openxmlformats.org/officeDocument/2006/relationships" r:id="rId3"/>
          </a:graphicData>
        </a:graphic>
      </p:graphicFrame>
      <p:sp>
        <p:nvSpPr>
          <p:cNvPr id="205" name="Google Shape;205;p10"/>
          <p:cNvSpPr/>
          <p:nvPr/>
        </p:nvSpPr>
        <p:spPr>
          <a:xfrm>
            <a:off x="1073477" y="3419325"/>
            <a:ext cx="4037700" cy="5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62626"/>
                </a:solidFill>
                <a:latin typeface="Helvetica Neue"/>
                <a:ea typeface="Helvetica Neue"/>
                <a:cs typeface="Helvetica Neue"/>
                <a:sym typeface="Helvetica Neue"/>
              </a:rPr>
              <a:t>Lorem ipsum dolor sit amet, consectetur adipiscing elit.</a:t>
            </a:r>
            <a:endParaRPr sz="1400" b="0" i="0" u="none" strike="noStrike" cap="none">
              <a:solidFill>
                <a:srgbClr val="000000"/>
              </a:solidFill>
              <a:latin typeface="Helvetica Neue"/>
              <a:ea typeface="Helvetica Neue"/>
              <a:cs typeface="Helvetica Neue"/>
              <a:sym typeface="Helvetica Neue"/>
            </a:endParaRPr>
          </a:p>
        </p:txBody>
      </p:sp>
      <p:sp>
        <p:nvSpPr>
          <p:cNvPr id="206" name="Google Shape;206;p10"/>
          <p:cNvSpPr txBox="1"/>
          <p:nvPr/>
        </p:nvSpPr>
        <p:spPr>
          <a:xfrm>
            <a:off x="930293" y="2438759"/>
            <a:ext cx="4803300" cy="72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94D3"/>
                </a:solidFill>
                <a:latin typeface="Helvetica Neue"/>
                <a:ea typeface="Helvetica Neue"/>
                <a:cs typeface="Helvetica Neue"/>
                <a:sym typeface="Helvetica Neue"/>
              </a:rPr>
              <a:t>Slide</a:t>
            </a:r>
            <a:r>
              <a:rPr lang="en-US" sz="3600" b="1" i="0" u="none" strike="noStrike" cap="none">
                <a:solidFill>
                  <a:srgbClr val="3F3F3F"/>
                </a:solidFill>
                <a:latin typeface="Helvetica Neue"/>
                <a:ea typeface="Helvetica Neue"/>
                <a:cs typeface="Helvetica Neue"/>
                <a:sym typeface="Helvetica Neue"/>
              </a:rPr>
              <a:t> para gráficos</a:t>
            </a:r>
            <a:endParaRPr sz="1400" b="1" i="0" u="none" strike="noStrike" cap="none">
              <a:solidFill>
                <a:srgbClr val="000000"/>
              </a:solidFill>
              <a:latin typeface="Helvetica Neue"/>
              <a:ea typeface="Helvetica Neue"/>
              <a:cs typeface="Helvetica Neue"/>
              <a:sym typeface="Helvetica Neue"/>
            </a:endParaRPr>
          </a:p>
        </p:txBody>
      </p:sp>
      <p:pic>
        <p:nvPicPr>
          <p:cNvPr id="8" name="Google Shape;197;p9">
            <a:extLst>
              <a:ext uri="{FF2B5EF4-FFF2-40B4-BE49-F238E27FC236}">
                <a16:creationId xmlns:a16="http://schemas.microsoft.com/office/drawing/2014/main" id="{494801AB-F8B2-4C36-AE7D-EAB6ADA3D3AD}"/>
              </a:ext>
            </a:extLst>
          </p:cNvPr>
          <p:cNvPicPr preferRelativeResize="0"/>
          <p:nvPr/>
        </p:nvPicPr>
        <p:blipFill rotWithShape="1">
          <a:blip r:embed="rId4">
            <a:alphaModFix/>
          </a:blip>
          <a:srcRect/>
          <a:stretch/>
        </p:blipFill>
        <p:spPr>
          <a:xfrm>
            <a:off x="10861692" y="158675"/>
            <a:ext cx="1137252" cy="584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31" name="Google Shape;231;p12"/>
          <p:cNvSpPr txBox="1">
            <a:spLocks noGrp="1"/>
          </p:cNvSpPr>
          <p:nvPr>
            <p:ph type="sldNum" idx="12"/>
          </p:nvPr>
        </p:nvSpPr>
        <p:spPr>
          <a:xfrm>
            <a:off x="76634" y="5561679"/>
            <a:ext cx="343442" cy="365126"/>
          </a:xfrm>
          <a:prstGeom prst="rect">
            <a:avLst/>
          </a:prstGeom>
          <a:solidFill>
            <a:srgbClr val="0094D3"/>
          </a:solid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50"/>
              <a:buNone/>
            </a:pPr>
            <a:fld id="{00000000-1234-1234-1234-123412341234}" type="slidenum">
              <a:rPr lang="en-US" sz="1050">
                <a:solidFill>
                  <a:schemeClr val="lt1"/>
                </a:solidFill>
              </a:rPr>
              <a:t>7</a:t>
            </a:fld>
            <a:endParaRPr sz="1050">
              <a:solidFill>
                <a:schemeClr val="lt1"/>
              </a:solidFill>
            </a:endParaRPr>
          </a:p>
        </p:txBody>
      </p:sp>
      <p:sp>
        <p:nvSpPr>
          <p:cNvPr id="232" name="Google Shape;232;p12"/>
          <p:cNvSpPr/>
          <p:nvPr/>
        </p:nvSpPr>
        <p:spPr>
          <a:xfrm>
            <a:off x="4210754" y="4786092"/>
            <a:ext cx="7981244" cy="207190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3" name="Google Shape;233;p12"/>
          <p:cNvSpPr/>
          <p:nvPr/>
        </p:nvSpPr>
        <p:spPr>
          <a:xfrm>
            <a:off x="4984163" y="5346312"/>
            <a:ext cx="1648323" cy="11079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94D3"/>
                </a:solidFill>
                <a:latin typeface="Open Sans Medium"/>
                <a:ea typeface="Open Sans Medium"/>
                <a:cs typeface="Open Sans Medium"/>
                <a:sym typeface="Open Sans Medium"/>
              </a:rPr>
              <a:t>Subtítulo</a:t>
            </a:r>
            <a:endParaRPr sz="1400" b="1" i="0" u="none" strike="noStrike" cap="none">
              <a:solidFill>
                <a:srgbClr val="0094D3"/>
              </a:solidFill>
              <a:latin typeface="Open Sans Medium"/>
              <a:ea typeface="Open Sans Medium"/>
              <a:cs typeface="Open Sans Medium"/>
              <a:sym typeface="Open Sans Medium"/>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94D3"/>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200"/>
              <a:buFont typeface="Arial"/>
              <a:buNone/>
            </a:pPr>
            <a:r>
              <a:rPr lang="en-US" sz="1200" b="0" i="0" u="none" strike="noStrike" cap="none">
                <a:solidFill>
                  <a:srgbClr val="0094D3"/>
                </a:solidFill>
                <a:latin typeface="Open Sans Medium"/>
                <a:ea typeface="Open Sans Medium"/>
                <a:cs typeface="Open Sans Medium"/>
                <a:sym typeface="Open Sans Medium"/>
              </a:rPr>
              <a:t>Lorem ipsum dolor sit amet, consectetur adipiscing elit</a:t>
            </a:r>
            <a:endParaRPr sz="1200" b="0" i="0" u="none" strike="noStrike" cap="none">
              <a:solidFill>
                <a:srgbClr val="0094D3"/>
              </a:solidFill>
              <a:latin typeface="Open Sans Medium"/>
              <a:ea typeface="Open Sans Medium"/>
              <a:cs typeface="Open Sans Medium"/>
              <a:sym typeface="Open Sans Medium"/>
            </a:endParaRPr>
          </a:p>
        </p:txBody>
      </p:sp>
      <p:sp>
        <p:nvSpPr>
          <p:cNvPr id="234" name="Google Shape;234;p12"/>
          <p:cNvSpPr/>
          <p:nvPr/>
        </p:nvSpPr>
        <p:spPr>
          <a:xfrm>
            <a:off x="7690959" y="5349255"/>
            <a:ext cx="1765576" cy="10464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94D3"/>
                </a:solidFill>
                <a:latin typeface="Open Sans Medium"/>
                <a:ea typeface="Open Sans Medium"/>
                <a:cs typeface="Open Sans Medium"/>
                <a:sym typeface="Open Sans Medium"/>
              </a:rPr>
              <a:t>Subtítulo</a:t>
            </a:r>
            <a:endParaRPr sz="1400" b="1" i="0" u="none" strike="noStrike" cap="none">
              <a:solidFill>
                <a:srgbClr val="0094D3"/>
              </a:solidFill>
              <a:latin typeface="Open Sans Medium"/>
              <a:ea typeface="Open Sans Medium"/>
              <a:cs typeface="Open Sans Medium"/>
              <a:sym typeface="Open Sans Medium"/>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94D3"/>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94D3"/>
                </a:solidFill>
                <a:latin typeface="Open Sans Medium"/>
                <a:ea typeface="Open Sans Medium"/>
                <a:cs typeface="Open Sans Medium"/>
                <a:sym typeface="Open Sans Medium"/>
              </a:rPr>
              <a:t>Lorem ipsum dolor sit amet, consectetur adipiscing elit</a:t>
            </a:r>
            <a:endParaRPr sz="1200" b="0" i="0" u="none" strike="noStrike" cap="none">
              <a:solidFill>
                <a:srgbClr val="0094D3"/>
              </a:solidFill>
              <a:latin typeface="Open Sans Medium"/>
              <a:ea typeface="Open Sans Medium"/>
              <a:cs typeface="Open Sans Medium"/>
              <a:sym typeface="Open Sans Medium"/>
            </a:endParaRPr>
          </a:p>
        </p:txBody>
      </p:sp>
      <p:sp>
        <p:nvSpPr>
          <p:cNvPr id="235" name="Google Shape;235;p12"/>
          <p:cNvSpPr/>
          <p:nvPr/>
        </p:nvSpPr>
        <p:spPr>
          <a:xfrm>
            <a:off x="10365257" y="5346312"/>
            <a:ext cx="1543026" cy="10464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94D3"/>
                </a:solidFill>
                <a:latin typeface="Open Sans Medium"/>
                <a:ea typeface="Open Sans Medium"/>
                <a:cs typeface="Open Sans Medium"/>
                <a:sym typeface="Open Sans Medium"/>
              </a:rPr>
              <a:t>Subtítulo</a:t>
            </a:r>
            <a:endParaRPr sz="1400" b="1" i="0" u="none" strike="noStrike" cap="none">
              <a:solidFill>
                <a:srgbClr val="0094D3"/>
              </a:solidFill>
              <a:latin typeface="Open Sans Medium"/>
              <a:ea typeface="Open Sans Medium"/>
              <a:cs typeface="Open Sans Medium"/>
              <a:sym typeface="Open Sans Medium"/>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94D3"/>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94D3"/>
                </a:solidFill>
                <a:latin typeface="Open Sans Medium"/>
                <a:ea typeface="Open Sans Medium"/>
                <a:cs typeface="Open Sans Medium"/>
                <a:sym typeface="Open Sans Medium"/>
              </a:rPr>
              <a:t>Lorem ipsum dolor sit amet, consectetur adipiscing elit</a:t>
            </a:r>
            <a:endParaRPr sz="1200" b="0" i="0" u="none" strike="noStrike" cap="none">
              <a:solidFill>
                <a:srgbClr val="0094D3"/>
              </a:solidFill>
              <a:latin typeface="Open Sans Medium"/>
              <a:ea typeface="Open Sans Medium"/>
              <a:cs typeface="Open Sans Medium"/>
              <a:sym typeface="Open Sans Medium"/>
            </a:endParaRPr>
          </a:p>
        </p:txBody>
      </p:sp>
      <p:grpSp>
        <p:nvGrpSpPr>
          <p:cNvPr id="236" name="Google Shape;236;p12"/>
          <p:cNvGrpSpPr/>
          <p:nvPr/>
        </p:nvGrpSpPr>
        <p:grpSpPr>
          <a:xfrm>
            <a:off x="4522304" y="5427467"/>
            <a:ext cx="327705" cy="847177"/>
            <a:chOff x="4167188" y="3681413"/>
            <a:chExt cx="214313" cy="554038"/>
          </a:xfrm>
        </p:grpSpPr>
        <p:sp>
          <p:nvSpPr>
            <p:cNvPr id="237" name="Google Shape;237;p12"/>
            <p:cNvSpPr/>
            <p:nvPr/>
          </p:nvSpPr>
          <p:spPr>
            <a:xfrm>
              <a:off x="4340225" y="4152900"/>
              <a:ext cx="39688" cy="20638"/>
            </a:xfrm>
            <a:custGeom>
              <a:avLst/>
              <a:gdLst/>
              <a:ahLst/>
              <a:cxnLst/>
              <a:rect l="l" t="t" r="r" b="b"/>
              <a:pathLst>
                <a:path w="25" h="13" extrusionOk="0">
                  <a:moveTo>
                    <a:pt x="9" y="0"/>
                  </a:moveTo>
                  <a:lnTo>
                    <a:pt x="11" y="0"/>
                  </a:lnTo>
                  <a:lnTo>
                    <a:pt x="12" y="1"/>
                  </a:lnTo>
                  <a:lnTo>
                    <a:pt x="9" y="0"/>
                  </a:lnTo>
                  <a:lnTo>
                    <a:pt x="9" y="0"/>
                  </a:lnTo>
                  <a:close/>
                  <a:moveTo>
                    <a:pt x="6" y="1"/>
                  </a:moveTo>
                  <a:lnTo>
                    <a:pt x="6" y="2"/>
                  </a:lnTo>
                  <a:lnTo>
                    <a:pt x="8" y="2"/>
                  </a:lnTo>
                  <a:lnTo>
                    <a:pt x="6" y="1"/>
                  </a:lnTo>
                  <a:lnTo>
                    <a:pt x="6" y="1"/>
                  </a:lnTo>
                  <a:close/>
                  <a:moveTo>
                    <a:pt x="0" y="8"/>
                  </a:moveTo>
                  <a:lnTo>
                    <a:pt x="0" y="7"/>
                  </a:lnTo>
                  <a:lnTo>
                    <a:pt x="2" y="8"/>
                  </a:lnTo>
                  <a:lnTo>
                    <a:pt x="3" y="8"/>
                  </a:lnTo>
                  <a:lnTo>
                    <a:pt x="0" y="9"/>
                  </a:lnTo>
                  <a:lnTo>
                    <a:pt x="0" y="8"/>
                  </a:lnTo>
                  <a:lnTo>
                    <a:pt x="0" y="8"/>
                  </a:lnTo>
                  <a:close/>
                  <a:moveTo>
                    <a:pt x="12" y="11"/>
                  </a:moveTo>
                  <a:lnTo>
                    <a:pt x="13" y="11"/>
                  </a:lnTo>
                  <a:lnTo>
                    <a:pt x="15" y="13"/>
                  </a:lnTo>
                  <a:lnTo>
                    <a:pt x="15" y="13"/>
                  </a:lnTo>
                  <a:lnTo>
                    <a:pt x="15" y="12"/>
                  </a:lnTo>
                  <a:lnTo>
                    <a:pt x="15" y="11"/>
                  </a:lnTo>
                  <a:lnTo>
                    <a:pt x="15" y="11"/>
                  </a:lnTo>
                  <a:lnTo>
                    <a:pt x="16" y="12"/>
                  </a:lnTo>
                  <a:lnTo>
                    <a:pt x="17" y="11"/>
                  </a:lnTo>
                  <a:lnTo>
                    <a:pt x="16" y="10"/>
                  </a:lnTo>
                  <a:lnTo>
                    <a:pt x="16" y="9"/>
                  </a:lnTo>
                  <a:lnTo>
                    <a:pt x="18" y="9"/>
                  </a:lnTo>
                  <a:lnTo>
                    <a:pt x="20" y="9"/>
                  </a:lnTo>
                  <a:lnTo>
                    <a:pt x="20" y="9"/>
                  </a:lnTo>
                  <a:lnTo>
                    <a:pt x="19" y="9"/>
                  </a:lnTo>
                  <a:lnTo>
                    <a:pt x="18" y="8"/>
                  </a:lnTo>
                  <a:lnTo>
                    <a:pt x="18" y="7"/>
                  </a:lnTo>
                  <a:lnTo>
                    <a:pt x="20" y="8"/>
                  </a:lnTo>
                  <a:lnTo>
                    <a:pt x="21" y="7"/>
                  </a:lnTo>
                  <a:lnTo>
                    <a:pt x="23" y="7"/>
                  </a:lnTo>
                  <a:lnTo>
                    <a:pt x="25" y="6"/>
                  </a:lnTo>
                  <a:lnTo>
                    <a:pt x="25" y="5"/>
                  </a:lnTo>
                  <a:lnTo>
                    <a:pt x="24" y="4"/>
                  </a:lnTo>
                  <a:lnTo>
                    <a:pt x="23" y="4"/>
                  </a:lnTo>
                  <a:lnTo>
                    <a:pt x="24" y="3"/>
                  </a:lnTo>
                  <a:lnTo>
                    <a:pt x="25" y="3"/>
                  </a:lnTo>
                  <a:lnTo>
                    <a:pt x="25" y="2"/>
                  </a:lnTo>
                  <a:lnTo>
                    <a:pt x="23" y="2"/>
                  </a:lnTo>
                  <a:lnTo>
                    <a:pt x="21" y="2"/>
                  </a:lnTo>
                  <a:lnTo>
                    <a:pt x="22" y="3"/>
                  </a:lnTo>
                  <a:lnTo>
                    <a:pt x="20" y="4"/>
                  </a:lnTo>
                  <a:lnTo>
                    <a:pt x="20" y="2"/>
                  </a:lnTo>
                  <a:lnTo>
                    <a:pt x="20" y="1"/>
                  </a:lnTo>
                  <a:lnTo>
                    <a:pt x="17" y="1"/>
                  </a:lnTo>
                  <a:lnTo>
                    <a:pt x="17" y="2"/>
                  </a:lnTo>
                  <a:lnTo>
                    <a:pt x="15" y="2"/>
                  </a:lnTo>
                  <a:lnTo>
                    <a:pt x="16" y="3"/>
                  </a:lnTo>
                  <a:lnTo>
                    <a:pt x="15" y="4"/>
                  </a:lnTo>
                  <a:lnTo>
                    <a:pt x="17" y="7"/>
                  </a:lnTo>
                  <a:lnTo>
                    <a:pt x="17" y="7"/>
                  </a:lnTo>
                  <a:lnTo>
                    <a:pt x="16" y="7"/>
                  </a:lnTo>
                  <a:lnTo>
                    <a:pt x="15" y="7"/>
                  </a:lnTo>
                  <a:lnTo>
                    <a:pt x="12" y="11"/>
                  </a:lnTo>
                  <a:lnTo>
                    <a:pt x="12" y="11"/>
                  </a:lnTo>
                  <a:close/>
                  <a:moveTo>
                    <a:pt x="10" y="2"/>
                  </a:moveTo>
                  <a:lnTo>
                    <a:pt x="11" y="3"/>
                  </a:lnTo>
                  <a:lnTo>
                    <a:pt x="12" y="3"/>
                  </a:lnTo>
                  <a:lnTo>
                    <a:pt x="12" y="2"/>
                  </a:lnTo>
                  <a:lnTo>
                    <a:pt x="14" y="2"/>
                  </a:lnTo>
                  <a:lnTo>
                    <a:pt x="15" y="3"/>
                  </a:lnTo>
                  <a:lnTo>
                    <a:pt x="14" y="5"/>
                  </a:lnTo>
                  <a:lnTo>
                    <a:pt x="11" y="7"/>
                  </a:lnTo>
                  <a:lnTo>
                    <a:pt x="11" y="8"/>
                  </a:lnTo>
                  <a:lnTo>
                    <a:pt x="10" y="9"/>
                  </a:lnTo>
                  <a:lnTo>
                    <a:pt x="7" y="9"/>
                  </a:lnTo>
                  <a:lnTo>
                    <a:pt x="5" y="10"/>
                  </a:lnTo>
                  <a:lnTo>
                    <a:pt x="7" y="11"/>
                  </a:lnTo>
                  <a:lnTo>
                    <a:pt x="6" y="12"/>
                  </a:lnTo>
                  <a:lnTo>
                    <a:pt x="5" y="12"/>
                  </a:lnTo>
                  <a:lnTo>
                    <a:pt x="4" y="12"/>
                  </a:lnTo>
                  <a:lnTo>
                    <a:pt x="2" y="12"/>
                  </a:lnTo>
                  <a:lnTo>
                    <a:pt x="2" y="11"/>
                  </a:lnTo>
                  <a:lnTo>
                    <a:pt x="3" y="11"/>
                  </a:lnTo>
                  <a:lnTo>
                    <a:pt x="5" y="9"/>
                  </a:lnTo>
                  <a:lnTo>
                    <a:pt x="5" y="7"/>
                  </a:lnTo>
                  <a:lnTo>
                    <a:pt x="5" y="7"/>
                  </a:lnTo>
                  <a:lnTo>
                    <a:pt x="8" y="7"/>
                  </a:lnTo>
                  <a:lnTo>
                    <a:pt x="8" y="7"/>
                  </a:lnTo>
                  <a:lnTo>
                    <a:pt x="5" y="6"/>
                  </a:lnTo>
                  <a:lnTo>
                    <a:pt x="4" y="3"/>
                  </a:lnTo>
                  <a:lnTo>
                    <a:pt x="5" y="2"/>
                  </a:lnTo>
                  <a:lnTo>
                    <a:pt x="6" y="4"/>
                  </a:lnTo>
                  <a:lnTo>
                    <a:pt x="8" y="4"/>
                  </a:lnTo>
                  <a:lnTo>
                    <a:pt x="8" y="2"/>
                  </a:lnTo>
                  <a:lnTo>
                    <a:pt x="10" y="2"/>
                  </a:lnTo>
                  <a:close/>
                </a:path>
              </a:pathLst>
            </a:custGeom>
            <a:solidFill>
              <a:srgbClr val="0094D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94D3"/>
                </a:solidFill>
                <a:latin typeface="Arial"/>
                <a:ea typeface="Arial"/>
                <a:cs typeface="Arial"/>
                <a:sym typeface="Arial"/>
              </a:endParaRPr>
            </a:p>
          </p:txBody>
        </p:sp>
        <p:sp>
          <p:nvSpPr>
            <p:cNvPr id="238" name="Google Shape;238;p12"/>
            <p:cNvSpPr/>
            <p:nvPr/>
          </p:nvSpPr>
          <p:spPr>
            <a:xfrm>
              <a:off x="4167188" y="3681413"/>
              <a:ext cx="214313" cy="554038"/>
            </a:xfrm>
            <a:custGeom>
              <a:avLst/>
              <a:gdLst/>
              <a:ahLst/>
              <a:cxnLst/>
              <a:rect l="l" t="t" r="r" b="b"/>
              <a:pathLst>
                <a:path w="135" h="349" extrusionOk="0">
                  <a:moveTo>
                    <a:pt x="21" y="9"/>
                  </a:moveTo>
                  <a:lnTo>
                    <a:pt x="23" y="7"/>
                  </a:lnTo>
                  <a:lnTo>
                    <a:pt x="24" y="5"/>
                  </a:lnTo>
                  <a:lnTo>
                    <a:pt x="27" y="0"/>
                  </a:lnTo>
                  <a:lnTo>
                    <a:pt x="29" y="0"/>
                  </a:lnTo>
                  <a:lnTo>
                    <a:pt x="31" y="2"/>
                  </a:lnTo>
                  <a:lnTo>
                    <a:pt x="34" y="1"/>
                  </a:lnTo>
                  <a:lnTo>
                    <a:pt x="35" y="1"/>
                  </a:lnTo>
                  <a:lnTo>
                    <a:pt x="37" y="2"/>
                  </a:lnTo>
                  <a:lnTo>
                    <a:pt x="40" y="1"/>
                  </a:lnTo>
                  <a:lnTo>
                    <a:pt x="42" y="1"/>
                  </a:lnTo>
                  <a:lnTo>
                    <a:pt x="42" y="4"/>
                  </a:lnTo>
                  <a:lnTo>
                    <a:pt x="44" y="7"/>
                  </a:lnTo>
                  <a:lnTo>
                    <a:pt x="44" y="8"/>
                  </a:lnTo>
                  <a:lnTo>
                    <a:pt x="44" y="7"/>
                  </a:lnTo>
                  <a:lnTo>
                    <a:pt x="44" y="5"/>
                  </a:lnTo>
                  <a:lnTo>
                    <a:pt x="45" y="4"/>
                  </a:lnTo>
                  <a:lnTo>
                    <a:pt x="45" y="2"/>
                  </a:lnTo>
                  <a:lnTo>
                    <a:pt x="47" y="0"/>
                  </a:lnTo>
                  <a:lnTo>
                    <a:pt x="52" y="0"/>
                  </a:lnTo>
                  <a:lnTo>
                    <a:pt x="56" y="0"/>
                  </a:lnTo>
                  <a:lnTo>
                    <a:pt x="58" y="2"/>
                  </a:lnTo>
                  <a:lnTo>
                    <a:pt x="59" y="5"/>
                  </a:lnTo>
                  <a:lnTo>
                    <a:pt x="61" y="5"/>
                  </a:lnTo>
                  <a:lnTo>
                    <a:pt x="64" y="9"/>
                  </a:lnTo>
                  <a:lnTo>
                    <a:pt x="69" y="14"/>
                  </a:lnTo>
                  <a:lnTo>
                    <a:pt x="70" y="14"/>
                  </a:lnTo>
                  <a:lnTo>
                    <a:pt x="73" y="15"/>
                  </a:lnTo>
                  <a:lnTo>
                    <a:pt x="74" y="18"/>
                  </a:lnTo>
                  <a:lnTo>
                    <a:pt x="79" y="19"/>
                  </a:lnTo>
                  <a:lnTo>
                    <a:pt x="82" y="20"/>
                  </a:lnTo>
                  <a:lnTo>
                    <a:pt x="84" y="21"/>
                  </a:lnTo>
                  <a:lnTo>
                    <a:pt x="88" y="25"/>
                  </a:lnTo>
                  <a:lnTo>
                    <a:pt x="91" y="26"/>
                  </a:lnTo>
                  <a:lnTo>
                    <a:pt x="96" y="27"/>
                  </a:lnTo>
                  <a:lnTo>
                    <a:pt x="99" y="29"/>
                  </a:lnTo>
                  <a:lnTo>
                    <a:pt x="101" y="31"/>
                  </a:lnTo>
                  <a:lnTo>
                    <a:pt x="102" y="33"/>
                  </a:lnTo>
                  <a:lnTo>
                    <a:pt x="101" y="35"/>
                  </a:lnTo>
                  <a:lnTo>
                    <a:pt x="100" y="37"/>
                  </a:lnTo>
                  <a:lnTo>
                    <a:pt x="99" y="38"/>
                  </a:lnTo>
                  <a:lnTo>
                    <a:pt x="98" y="40"/>
                  </a:lnTo>
                  <a:lnTo>
                    <a:pt x="98" y="41"/>
                  </a:lnTo>
                  <a:lnTo>
                    <a:pt x="97" y="45"/>
                  </a:lnTo>
                  <a:lnTo>
                    <a:pt x="94" y="47"/>
                  </a:lnTo>
                  <a:lnTo>
                    <a:pt x="94" y="49"/>
                  </a:lnTo>
                  <a:lnTo>
                    <a:pt x="95" y="49"/>
                  </a:lnTo>
                  <a:lnTo>
                    <a:pt x="101" y="48"/>
                  </a:lnTo>
                  <a:lnTo>
                    <a:pt x="106" y="50"/>
                  </a:lnTo>
                  <a:lnTo>
                    <a:pt x="109" y="52"/>
                  </a:lnTo>
                  <a:lnTo>
                    <a:pt x="112" y="51"/>
                  </a:lnTo>
                  <a:lnTo>
                    <a:pt x="113" y="51"/>
                  </a:lnTo>
                  <a:lnTo>
                    <a:pt x="114" y="52"/>
                  </a:lnTo>
                  <a:lnTo>
                    <a:pt x="115" y="50"/>
                  </a:lnTo>
                  <a:lnTo>
                    <a:pt x="116" y="50"/>
                  </a:lnTo>
                  <a:lnTo>
                    <a:pt x="118" y="50"/>
                  </a:lnTo>
                  <a:lnTo>
                    <a:pt x="119" y="48"/>
                  </a:lnTo>
                  <a:lnTo>
                    <a:pt x="120" y="45"/>
                  </a:lnTo>
                  <a:lnTo>
                    <a:pt x="124" y="43"/>
                  </a:lnTo>
                  <a:lnTo>
                    <a:pt x="124" y="41"/>
                  </a:lnTo>
                  <a:lnTo>
                    <a:pt x="125" y="40"/>
                  </a:lnTo>
                  <a:lnTo>
                    <a:pt x="127" y="38"/>
                  </a:lnTo>
                  <a:lnTo>
                    <a:pt x="127" y="35"/>
                  </a:lnTo>
                  <a:lnTo>
                    <a:pt x="127" y="34"/>
                  </a:lnTo>
                  <a:lnTo>
                    <a:pt x="127" y="31"/>
                  </a:lnTo>
                  <a:lnTo>
                    <a:pt x="129" y="30"/>
                  </a:lnTo>
                  <a:lnTo>
                    <a:pt x="133" y="31"/>
                  </a:lnTo>
                  <a:lnTo>
                    <a:pt x="133" y="33"/>
                  </a:lnTo>
                  <a:lnTo>
                    <a:pt x="134" y="36"/>
                  </a:lnTo>
                  <a:lnTo>
                    <a:pt x="134" y="39"/>
                  </a:lnTo>
                  <a:lnTo>
                    <a:pt x="135" y="42"/>
                  </a:lnTo>
                  <a:lnTo>
                    <a:pt x="135" y="45"/>
                  </a:lnTo>
                  <a:lnTo>
                    <a:pt x="134" y="46"/>
                  </a:lnTo>
                  <a:lnTo>
                    <a:pt x="133" y="46"/>
                  </a:lnTo>
                  <a:lnTo>
                    <a:pt x="131" y="48"/>
                  </a:lnTo>
                  <a:lnTo>
                    <a:pt x="130" y="48"/>
                  </a:lnTo>
                  <a:lnTo>
                    <a:pt x="129" y="50"/>
                  </a:lnTo>
                  <a:lnTo>
                    <a:pt x="129" y="49"/>
                  </a:lnTo>
                  <a:lnTo>
                    <a:pt x="125" y="51"/>
                  </a:lnTo>
                  <a:lnTo>
                    <a:pt x="124" y="52"/>
                  </a:lnTo>
                  <a:lnTo>
                    <a:pt x="124" y="53"/>
                  </a:lnTo>
                  <a:lnTo>
                    <a:pt x="120" y="55"/>
                  </a:lnTo>
                  <a:lnTo>
                    <a:pt x="119" y="55"/>
                  </a:lnTo>
                  <a:lnTo>
                    <a:pt x="119" y="58"/>
                  </a:lnTo>
                  <a:lnTo>
                    <a:pt x="118" y="58"/>
                  </a:lnTo>
                  <a:lnTo>
                    <a:pt x="117" y="58"/>
                  </a:lnTo>
                  <a:lnTo>
                    <a:pt x="114" y="61"/>
                  </a:lnTo>
                  <a:lnTo>
                    <a:pt x="114" y="62"/>
                  </a:lnTo>
                  <a:lnTo>
                    <a:pt x="114" y="65"/>
                  </a:lnTo>
                  <a:lnTo>
                    <a:pt x="113" y="65"/>
                  </a:lnTo>
                  <a:lnTo>
                    <a:pt x="112" y="65"/>
                  </a:lnTo>
                  <a:lnTo>
                    <a:pt x="110" y="69"/>
                  </a:lnTo>
                  <a:lnTo>
                    <a:pt x="109" y="70"/>
                  </a:lnTo>
                  <a:lnTo>
                    <a:pt x="108" y="72"/>
                  </a:lnTo>
                  <a:lnTo>
                    <a:pt x="108" y="73"/>
                  </a:lnTo>
                  <a:lnTo>
                    <a:pt x="106" y="75"/>
                  </a:lnTo>
                  <a:lnTo>
                    <a:pt x="106" y="75"/>
                  </a:lnTo>
                  <a:lnTo>
                    <a:pt x="105" y="77"/>
                  </a:lnTo>
                  <a:lnTo>
                    <a:pt x="104" y="80"/>
                  </a:lnTo>
                  <a:lnTo>
                    <a:pt x="104" y="82"/>
                  </a:lnTo>
                  <a:lnTo>
                    <a:pt x="104" y="83"/>
                  </a:lnTo>
                  <a:lnTo>
                    <a:pt x="104" y="85"/>
                  </a:lnTo>
                  <a:lnTo>
                    <a:pt x="104" y="89"/>
                  </a:lnTo>
                  <a:lnTo>
                    <a:pt x="103" y="90"/>
                  </a:lnTo>
                  <a:lnTo>
                    <a:pt x="103" y="91"/>
                  </a:lnTo>
                  <a:lnTo>
                    <a:pt x="102" y="93"/>
                  </a:lnTo>
                  <a:lnTo>
                    <a:pt x="103" y="95"/>
                  </a:lnTo>
                  <a:lnTo>
                    <a:pt x="102" y="96"/>
                  </a:lnTo>
                  <a:lnTo>
                    <a:pt x="103" y="100"/>
                  </a:lnTo>
                  <a:lnTo>
                    <a:pt x="104" y="103"/>
                  </a:lnTo>
                  <a:lnTo>
                    <a:pt x="103" y="105"/>
                  </a:lnTo>
                  <a:lnTo>
                    <a:pt x="102" y="105"/>
                  </a:lnTo>
                  <a:lnTo>
                    <a:pt x="101" y="106"/>
                  </a:lnTo>
                  <a:lnTo>
                    <a:pt x="101" y="106"/>
                  </a:lnTo>
                  <a:lnTo>
                    <a:pt x="101" y="106"/>
                  </a:lnTo>
                  <a:lnTo>
                    <a:pt x="101" y="110"/>
                  </a:lnTo>
                  <a:lnTo>
                    <a:pt x="102" y="113"/>
                  </a:lnTo>
                  <a:lnTo>
                    <a:pt x="101" y="114"/>
                  </a:lnTo>
                  <a:lnTo>
                    <a:pt x="102" y="115"/>
                  </a:lnTo>
                  <a:lnTo>
                    <a:pt x="103" y="116"/>
                  </a:lnTo>
                  <a:lnTo>
                    <a:pt x="102" y="116"/>
                  </a:lnTo>
                  <a:lnTo>
                    <a:pt x="103" y="118"/>
                  </a:lnTo>
                  <a:lnTo>
                    <a:pt x="106" y="120"/>
                  </a:lnTo>
                  <a:lnTo>
                    <a:pt x="109" y="122"/>
                  </a:lnTo>
                  <a:lnTo>
                    <a:pt x="114" y="125"/>
                  </a:lnTo>
                  <a:lnTo>
                    <a:pt x="115" y="127"/>
                  </a:lnTo>
                  <a:lnTo>
                    <a:pt x="115" y="129"/>
                  </a:lnTo>
                  <a:lnTo>
                    <a:pt x="113" y="133"/>
                  </a:lnTo>
                  <a:lnTo>
                    <a:pt x="113" y="134"/>
                  </a:lnTo>
                  <a:lnTo>
                    <a:pt x="114" y="136"/>
                  </a:lnTo>
                  <a:lnTo>
                    <a:pt x="116" y="138"/>
                  </a:lnTo>
                  <a:lnTo>
                    <a:pt x="118" y="138"/>
                  </a:lnTo>
                  <a:lnTo>
                    <a:pt x="119" y="136"/>
                  </a:lnTo>
                  <a:lnTo>
                    <a:pt x="119" y="136"/>
                  </a:lnTo>
                  <a:lnTo>
                    <a:pt x="120" y="138"/>
                  </a:lnTo>
                  <a:lnTo>
                    <a:pt x="120" y="141"/>
                  </a:lnTo>
                  <a:lnTo>
                    <a:pt x="119" y="143"/>
                  </a:lnTo>
                  <a:lnTo>
                    <a:pt x="118" y="146"/>
                  </a:lnTo>
                  <a:lnTo>
                    <a:pt x="117" y="149"/>
                  </a:lnTo>
                  <a:lnTo>
                    <a:pt x="117" y="150"/>
                  </a:lnTo>
                  <a:lnTo>
                    <a:pt x="116" y="149"/>
                  </a:lnTo>
                  <a:lnTo>
                    <a:pt x="116" y="149"/>
                  </a:lnTo>
                  <a:lnTo>
                    <a:pt x="115" y="151"/>
                  </a:lnTo>
                  <a:lnTo>
                    <a:pt x="115" y="154"/>
                  </a:lnTo>
                  <a:lnTo>
                    <a:pt x="114" y="155"/>
                  </a:lnTo>
                  <a:lnTo>
                    <a:pt x="110" y="158"/>
                  </a:lnTo>
                  <a:lnTo>
                    <a:pt x="107" y="160"/>
                  </a:lnTo>
                  <a:lnTo>
                    <a:pt x="106" y="159"/>
                  </a:lnTo>
                  <a:lnTo>
                    <a:pt x="106" y="160"/>
                  </a:lnTo>
                  <a:lnTo>
                    <a:pt x="100" y="161"/>
                  </a:lnTo>
                  <a:lnTo>
                    <a:pt x="94" y="163"/>
                  </a:lnTo>
                  <a:lnTo>
                    <a:pt x="91" y="163"/>
                  </a:lnTo>
                  <a:lnTo>
                    <a:pt x="89" y="163"/>
                  </a:lnTo>
                  <a:lnTo>
                    <a:pt x="86" y="163"/>
                  </a:lnTo>
                  <a:lnTo>
                    <a:pt x="84" y="163"/>
                  </a:lnTo>
                  <a:lnTo>
                    <a:pt x="82" y="162"/>
                  </a:lnTo>
                  <a:lnTo>
                    <a:pt x="80" y="161"/>
                  </a:lnTo>
                  <a:lnTo>
                    <a:pt x="79" y="161"/>
                  </a:lnTo>
                  <a:lnTo>
                    <a:pt x="78" y="160"/>
                  </a:lnTo>
                  <a:lnTo>
                    <a:pt x="78" y="161"/>
                  </a:lnTo>
                  <a:lnTo>
                    <a:pt x="78" y="162"/>
                  </a:lnTo>
                  <a:lnTo>
                    <a:pt x="78" y="163"/>
                  </a:lnTo>
                  <a:lnTo>
                    <a:pt x="78" y="166"/>
                  </a:lnTo>
                  <a:lnTo>
                    <a:pt x="79" y="167"/>
                  </a:lnTo>
                  <a:lnTo>
                    <a:pt x="79" y="168"/>
                  </a:lnTo>
                  <a:lnTo>
                    <a:pt x="80" y="169"/>
                  </a:lnTo>
                  <a:lnTo>
                    <a:pt x="80" y="170"/>
                  </a:lnTo>
                  <a:lnTo>
                    <a:pt x="80" y="171"/>
                  </a:lnTo>
                  <a:lnTo>
                    <a:pt x="79" y="171"/>
                  </a:lnTo>
                  <a:lnTo>
                    <a:pt x="79" y="171"/>
                  </a:lnTo>
                  <a:lnTo>
                    <a:pt x="78" y="173"/>
                  </a:lnTo>
                  <a:lnTo>
                    <a:pt x="79" y="174"/>
                  </a:lnTo>
                  <a:lnTo>
                    <a:pt x="78" y="175"/>
                  </a:lnTo>
                  <a:lnTo>
                    <a:pt x="78" y="176"/>
                  </a:lnTo>
                  <a:lnTo>
                    <a:pt x="79" y="179"/>
                  </a:lnTo>
                  <a:lnTo>
                    <a:pt x="80" y="179"/>
                  </a:lnTo>
                  <a:lnTo>
                    <a:pt x="79" y="180"/>
                  </a:lnTo>
                  <a:lnTo>
                    <a:pt x="79" y="181"/>
                  </a:lnTo>
                  <a:lnTo>
                    <a:pt x="79" y="182"/>
                  </a:lnTo>
                  <a:lnTo>
                    <a:pt x="79" y="184"/>
                  </a:lnTo>
                  <a:lnTo>
                    <a:pt x="77" y="185"/>
                  </a:lnTo>
                  <a:lnTo>
                    <a:pt x="78" y="185"/>
                  </a:lnTo>
                  <a:lnTo>
                    <a:pt x="74" y="188"/>
                  </a:lnTo>
                  <a:lnTo>
                    <a:pt x="70" y="188"/>
                  </a:lnTo>
                  <a:lnTo>
                    <a:pt x="68" y="187"/>
                  </a:lnTo>
                  <a:lnTo>
                    <a:pt x="64" y="185"/>
                  </a:lnTo>
                  <a:lnTo>
                    <a:pt x="61" y="184"/>
                  </a:lnTo>
                  <a:lnTo>
                    <a:pt x="59" y="184"/>
                  </a:lnTo>
                  <a:lnTo>
                    <a:pt x="59" y="184"/>
                  </a:lnTo>
                  <a:lnTo>
                    <a:pt x="59" y="183"/>
                  </a:lnTo>
                  <a:lnTo>
                    <a:pt x="58" y="183"/>
                  </a:lnTo>
                  <a:lnTo>
                    <a:pt x="56" y="185"/>
                  </a:lnTo>
                  <a:lnTo>
                    <a:pt x="56" y="187"/>
                  </a:lnTo>
                  <a:lnTo>
                    <a:pt x="59" y="189"/>
                  </a:lnTo>
                  <a:lnTo>
                    <a:pt x="59" y="192"/>
                  </a:lnTo>
                  <a:lnTo>
                    <a:pt x="59" y="196"/>
                  </a:lnTo>
                  <a:lnTo>
                    <a:pt x="59" y="198"/>
                  </a:lnTo>
                  <a:lnTo>
                    <a:pt x="61" y="199"/>
                  </a:lnTo>
                  <a:lnTo>
                    <a:pt x="64" y="199"/>
                  </a:lnTo>
                  <a:lnTo>
                    <a:pt x="64" y="199"/>
                  </a:lnTo>
                  <a:lnTo>
                    <a:pt x="64" y="200"/>
                  </a:lnTo>
                  <a:lnTo>
                    <a:pt x="63" y="200"/>
                  </a:lnTo>
                  <a:lnTo>
                    <a:pt x="64" y="200"/>
                  </a:lnTo>
                  <a:lnTo>
                    <a:pt x="67" y="200"/>
                  </a:lnTo>
                  <a:lnTo>
                    <a:pt x="67" y="199"/>
                  </a:lnTo>
                  <a:lnTo>
                    <a:pt x="66" y="199"/>
                  </a:lnTo>
                  <a:lnTo>
                    <a:pt x="65" y="198"/>
                  </a:lnTo>
                  <a:lnTo>
                    <a:pt x="66" y="198"/>
                  </a:lnTo>
                  <a:lnTo>
                    <a:pt x="68" y="198"/>
                  </a:lnTo>
                  <a:lnTo>
                    <a:pt x="69" y="196"/>
                  </a:lnTo>
                  <a:lnTo>
                    <a:pt x="70" y="196"/>
                  </a:lnTo>
                  <a:lnTo>
                    <a:pt x="71" y="199"/>
                  </a:lnTo>
                  <a:lnTo>
                    <a:pt x="71" y="200"/>
                  </a:lnTo>
                  <a:lnTo>
                    <a:pt x="70" y="200"/>
                  </a:lnTo>
                  <a:lnTo>
                    <a:pt x="72" y="201"/>
                  </a:lnTo>
                  <a:lnTo>
                    <a:pt x="72" y="204"/>
                  </a:lnTo>
                  <a:lnTo>
                    <a:pt x="72" y="205"/>
                  </a:lnTo>
                  <a:lnTo>
                    <a:pt x="69" y="207"/>
                  </a:lnTo>
                  <a:lnTo>
                    <a:pt x="68" y="206"/>
                  </a:lnTo>
                  <a:lnTo>
                    <a:pt x="67" y="205"/>
                  </a:lnTo>
                  <a:lnTo>
                    <a:pt x="67" y="204"/>
                  </a:lnTo>
                  <a:lnTo>
                    <a:pt x="67" y="203"/>
                  </a:lnTo>
                  <a:lnTo>
                    <a:pt x="65" y="202"/>
                  </a:lnTo>
                  <a:lnTo>
                    <a:pt x="63" y="203"/>
                  </a:lnTo>
                  <a:lnTo>
                    <a:pt x="61" y="204"/>
                  </a:lnTo>
                  <a:lnTo>
                    <a:pt x="61" y="205"/>
                  </a:lnTo>
                  <a:lnTo>
                    <a:pt x="62" y="206"/>
                  </a:lnTo>
                  <a:lnTo>
                    <a:pt x="64" y="206"/>
                  </a:lnTo>
                  <a:lnTo>
                    <a:pt x="66" y="207"/>
                  </a:lnTo>
                  <a:lnTo>
                    <a:pt x="66" y="208"/>
                  </a:lnTo>
                  <a:lnTo>
                    <a:pt x="64" y="210"/>
                  </a:lnTo>
                  <a:lnTo>
                    <a:pt x="61" y="210"/>
                  </a:lnTo>
                  <a:lnTo>
                    <a:pt x="60" y="211"/>
                  </a:lnTo>
                  <a:lnTo>
                    <a:pt x="61" y="212"/>
                  </a:lnTo>
                  <a:lnTo>
                    <a:pt x="60" y="214"/>
                  </a:lnTo>
                  <a:lnTo>
                    <a:pt x="59" y="215"/>
                  </a:lnTo>
                  <a:lnTo>
                    <a:pt x="59" y="217"/>
                  </a:lnTo>
                  <a:lnTo>
                    <a:pt x="60" y="218"/>
                  </a:lnTo>
                  <a:lnTo>
                    <a:pt x="60" y="220"/>
                  </a:lnTo>
                  <a:lnTo>
                    <a:pt x="60" y="220"/>
                  </a:lnTo>
                  <a:lnTo>
                    <a:pt x="62" y="223"/>
                  </a:lnTo>
                  <a:lnTo>
                    <a:pt x="62" y="224"/>
                  </a:lnTo>
                  <a:lnTo>
                    <a:pt x="61" y="225"/>
                  </a:lnTo>
                  <a:lnTo>
                    <a:pt x="61" y="225"/>
                  </a:lnTo>
                  <a:lnTo>
                    <a:pt x="59" y="226"/>
                  </a:lnTo>
                  <a:lnTo>
                    <a:pt x="59" y="228"/>
                  </a:lnTo>
                  <a:lnTo>
                    <a:pt x="59" y="229"/>
                  </a:lnTo>
                  <a:lnTo>
                    <a:pt x="60" y="230"/>
                  </a:lnTo>
                  <a:lnTo>
                    <a:pt x="61" y="230"/>
                  </a:lnTo>
                  <a:lnTo>
                    <a:pt x="61" y="230"/>
                  </a:lnTo>
                  <a:lnTo>
                    <a:pt x="59" y="231"/>
                  </a:lnTo>
                  <a:lnTo>
                    <a:pt x="57" y="231"/>
                  </a:lnTo>
                  <a:lnTo>
                    <a:pt x="54" y="231"/>
                  </a:lnTo>
                  <a:lnTo>
                    <a:pt x="53" y="233"/>
                  </a:lnTo>
                  <a:lnTo>
                    <a:pt x="51" y="233"/>
                  </a:lnTo>
                  <a:lnTo>
                    <a:pt x="49" y="235"/>
                  </a:lnTo>
                  <a:lnTo>
                    <a:pt x="49" y="235"/>
                  </a:lnTo>
                  <a:lnTo>
                    <a:pt x="48" y="237"/>
                  </a:lnTo>
                  <a:lnTo>
                    <a:pt x="47" y="239"/>
                  </a:lnTo>
                  <a:lnTo>
                    <a:pt x="45" y="240"/>
                  </a:lnTo>
                  <a:lnTo>
                    <a:pt x="45" y="241"/>
                  </a:lnTo>
                  <a:lnTo>
                    <a:pt x="46" y="242"/>
                  </a:lnTo>
                  <a:lnTo>
                    <a:pt x="46" y="244"/>
                  </a:lnTo>
                  <a:lnTo>
                    <a:pt x="48" y="247"/>
                  </a:lnTo>
                  <a:lnTo>
                    <a:pt x="49" y="249"/>
                  </a:lnTo>
                  <a:lnTo>
                    <a:pt x="51" y="249"/>
                  </a:lnTo>
                  <a:lnTo>
                    <a:pt x="53" y="251"/>
                  </a:lnTo>
                  <a:lnTo>
                    <a:pt x="56" y="254"/>
                  </a:lnTo>
                  <a:lnTo>
                    <a:pt x="59" y="254"/>
                  </a:lnTo>
                  <a:lnTo>
                    <a:pt x="61" y="254"/>
                  </a:lnTo>
                  <a:lnTo>
                    <a:pt x="61" y="254"/>
                  </a:lnTo>
                  <a:lnTo>
                    <a:pt x="63" y="254"/>
                  </a:lnTo>
                  <a:lnTo>
                    <a:pt x="64" y="255"/>
                  </a:lnTo>
                  <a:lnTo>
                    <a:pt x="63" y="255"/>
                  </a:lnTo>
                  <a:lnTo>
                    <a:pt x="63" y="256"/>
                  </a:lnTo>
                  <a:lnTo>
                    <a:pt x="64" y="258"/>
                  </a:lnTo>
                  <a:lnTo>
                    <a:pt x="64" y="260"/>
                  </a:lnTo>
                  <a:lnTo>
                    <a:pt x="62" y="261"/>
                  </a:lnTo>
                  <a:lnTo>
                    <a:pt x="63" y="261"/>
                  </a:lnTo>
                  <a:lnTo>
                    <a:pt x="64" y="262"/>
                  </a:lnTo>
                  <a:lnTo>
                    <a:pt x="64" y="263"/>
                  </a:lnTo>
                  <a:lnTo>
                    <a:pt x="64" y="265"/>
                  </a:lnTo>
                  <a:lnTo>
                    <a:pt x="64" y="265"/>
                  </a:lnTo>
                  <a:lnTo>
                    <a:pt x="63" y="266"/>
                  </a:lnTo>
                  <a:lnTo>
                    <a:pt x="61" y="267"/>
                  </a:lnTo>
                  <a:lnTo>
                    <a:pt x="61" y="269"/>
                  </a:lnTo>
                  <a:lnTo>
                    <a:pt x="60" y="269"/>
                  </a:lnTo>
                  <a:lnTo>
                    <a:pt x="59" y="270"/>
                  </a:lnTo>
                  <a:lnTo>
                    <a:pt x="58" y="272"/>
                  </a:lnTo>
                  <a:lnTo>
                    <a:pt x="57" y="272"/>
                  </a:lnTo>
                  <a:lnTo>
                    <a:pt x="54" y="274"/>
                  </a:lnTo>
                  <a:lnTo>
                    <a:pt x="54" y="276"/>
                  </a:lnTo>
                  <a:lnTo>
                    <a:pt x="54" y="278"/>
                  </a:lnTo>
                  <a:lnTo>
                    <a:pt x="52" y="279"/>
                  </a:lnTo>
                  <a:lnTo>
                    <a:pt x="52" y="280"/>
                  </a:lnTo>
                  <a:lnTo>
                    <a:pt x="53" y="279"/>
                  </a:lnTo>
                  <a:lnTo>
                    <a:pt x="54" y="280"/>
                  </a:lnTo>
                  <a:lnTo>
                    <a:pt x="54" y="283"/>
                  </a:lnTo>
                  <a:lnTo>
                    <a:pt x="54" y="284"/>
                  </a:lnTo>
                  <a:lnTo>
                    <a:pt x="53" y="285"/>
                  </a:lnTo>
                  <a:lnTo>
                    <a:pt x="52" y="287"/>
                  </a:lnTo>
                  <a:lnTo>
                    <a:pt x="50" y="289"/>
                  </a:lnTo>
                  <a:lnTo>
                    <a:pt x="49" y="288"/>
                  </a:lnTo>
                  <a:lnTo>
                    <a:pt x="48" y="287"/>
                  </a:lnTo>
                  <a:lnTo>
                    <a:pt x="47" y="286"/>
                  </a:lnTo>
                  <a:lnTo>
                    <a:pt x="48" y="287"/>
                  </a:lnTo>
                  <a:lnTo>
                    <a:pt x="48" y="289"/>
                  </a:lnTo>
                  <a:lnTo>
                    <a:pt x="49" y="289"/>
                  </a:lnTo>
                  <a:lnTo>
                    <a:pt x="48" y="290"/>
                  </a:lnTo>
                  <a:lnTo>
                    <a:pt x="45" y="293"/>
                  </a:lnTo>
                  <a:lnTo>
                    <a:pt x="44" y="295"/>
                  </a:lnTo>
                  <a:lnTo>
                    <a:pt x="45" y="298"/>
                  </a:lnTo>
                  <a:lnTo>
                    <a:pt x="47" y="300"/>
                  </a:lnTo>
                  <a:lnTo>
                    <a:pt x="48" y="304"/>
                  </a:lnTo>
                  <a:lnTo>
                    <a:pt x="48" y="305"/>
                  </a:lnTo>
                  <a:lnTo>
                    <a:pt x="49" y="305"/>
                  </a:lnTo>
                  <a:lnTo>
                    <a:pt x="48" y="307"/>
                  </a:lnTo>
                  <a:lnTo>
                    <a:pt x="47" y="307"/>
                  </a:lnTo>
                  <a:lnTo>
                    <a:pt x="48" y="309"/>
                  </a:lnTo>
                  <a:lnTo>
                    <a:pt x="49" y="308"/>
                  </a:lnTo>
                  <a:lnTo>
                    <a:pt x="50" y="309"/>
                  </a:lnTo>
                  <a:lnTo>
                    <a:pt x="50" y="311"/>
                  </a:lnTo>
                  <a:lnTo>
                    <a:pt x="54" y="313"/>
                  </a:lnTo>
                  <a:lnTo>
                    <a:pt x="55" y="314"/>
                  </a:lnTo>
                  <a:lnTo>
                    <a:pt x="55" y="315"/>
                  </a:lnTo>
                  <a:lnTo>
                    <a:pt x="54" y="315"/>
                  </a:lnTo>
                  <a:lnTo>
                    <a:pt x="53" y="314"/>
                  </a:lnTo>
                  <a:lnTo>
                    <a:pt x="50" y="313"/>
                  </a:lnTo>
                  <a:lnTo>
                    <a:pt x="49" y="312"/>
                  </a:lnTo>
                  <a:lnTo>
                    <a:pt x="48" y="312"/>
                  </a:lnTo>
                  <a:lnTo>
                    <a:pt x="37" y="312"/>
                  </a:lnTo>
                  <a:lnTo>
                    <a:pt x="31" y="313"/>
                  </a:lnTo>
                  <a:lnTo>
                    <a:pt x="29" y="312"/>
                  </a:lnTo>
                  <a:lnTo>
                    <a:pt x="25" y="312"/>
                  </a:lnTo>
                  <a:lnTo>
                    <a:pt x="24" y="308"/>
                  </a:lnTo>
                  <a:lnTo>
                    <a:pt x="24" y="305"/>
                  </a:lnTo>
                  <a:lnTo>
                    <a:pt x="21" y="304"/>
                  </a:lnTo>
                  <a:lnTo>
                    <a:pt x="21" y="299"/>
                  </a:lnTo>
                  <a:lnTo>
                    <a:pt x="21" y="296"/>
                  </a:lnTo>
                  <a:lnTo>
                    <a:pt x="19" y="296"/>
                  </a:lnTo>
                  <a:lnTo>
                    <a:pt x="16" y="298"/>
                  </a:lnTo>
                  <a:lnTo>
                    <a:pt x="15" y="299"/>
                  </a:lnTo>
                  <a:lnTo>
                    <a:pt x="14" y="299"/>
                  </a:lnTo>
                  <a:lnTo>
                    <a:pt x="9" y="292"/>
                  </a:lnTo>
                  <a:lnTo>
                    <a:pt x="9" y="289"/>
                  </a:lnTo>
                  <a:lnTo>
                    <a:pt x="10" y="282"/>
                  </a:lnTo>
                  <a:lnTo>
                    <a:pt x="12" y="279"/>
                  </a:lnTo>
                  <a:lnTo>
                    <a:pt x="14" y="276"/>
                  </a:lnTo>
                  <a:lnTo>
                    <a:pt x="16" y="272"/>
                  </a:lnTo>
                  <a:lnTo>
                    <a:pt x="14" y="268"/>
                  </a:lnTo>
                  <a:lnTo>
                    <a:pt x="14" y="265"/>
                  </a:lnTo>
                  <a:lnTo>
                    <a:pt x="14" y="260"/>
                  </a:lnTo>
                  <a:lnTo>
                    <a:pt x="16" y="259"/>
                  </a:lnTo>
                  <a:lnTo>
                    <a:pt x="14" y="255"/>
                  </a:lnTo>
                  <a:lnTo>
                    <a:pt x="14" y="253"/>
                  </a:lnTo>
                  <a:lnTo>
                    <a:pt x="16" y="251"/>
                  </a:lnTo>
                  <a:lnTo>
                    <a:pt x="15" y="248"/>
                  </a:lnTo>
                  <a:lnTo>
                    <a:pt x="14" y="243"/>
                  </a:lnTo>
                  <a:lnTo>
                    <a:pt x="14" y="240"/>
                  </a:lnTo>
                  <a:lnTo>
                    <a:pt x="14" y="239"/>
                  </a:lnTo>
                  <a:lnTo>
                    <a:pt x="16" y="237"/>
                  </a:lnTo>
                  <a:lnTo>
                    <a:pt x="16" y="235"/>
                  </a:lnTo>
                  <a:lnTo>
                    <a:pt x="14" y="232"/>
                  </a:lnTo>
                  <a:lnTo>
                    <a:pt x="11" y="230"/>
                  </a:lnTo>
                  <a:lnTo>
                    <a:pt x="9" y="230"/>
                  </a:lnTo>
                  <a:lnTo>
                    <a:pt x="9" y="230"/>
                  </a:lnTo>
                  <a:lnTo>
                    <a:pt x="8" y="230"/>
                  </a:lnTo>
                  <a:lnTo>
                    <a:pt x="9" y="228"/>
                  </a:lnTo>
                  <a:lnTo>
                    <a:pt x="12" y="228"/>
                  </a:lnTo>
                  <a:lnTo>
                    <a:pt x="14" y="226"/>
                  </a:lnTo>
                  <a:lnTo>
                    <a:pt x="14" y="224"/>
                  </a:lnTo>
                  <a:lnTo>
                    <a:pt x="13" y="224"/>
                  </a:lnTo>
                  <a:lnTo>
                    <a:pt x="12" y="225"/>
                  </a:lnTo>
                  <a:lnTo>
                    <a:pt x="10" y="225"/>
                  </a:lnTo>
                  <a:lnTo>
                    <a:pt x="9" y="220"/>
                  </a:lnTo>
                  <a:lnTo>
                    <a:pt x="8" y="217"/>
                  </a:lnTo>
                  <a:lnTo>
                    <a:pt x="8" y="215"/>
                  </a:lnTo>
                  <a:lnTo>
                    <a:pt x="8" y="211"/>
                  </a:lnTo>
                  <a:lnTo>
                    <a:pt x="5" y="210"/>
                  </a:lnTo>
                  <a:lnTo>
                    <a:pt x="4" y="208"/>
                  </a:lnTo>
                  <a:lnTo>
                    <a:pt x="4" y="202"/>
                  </a:lnTo>
                  <a:lnTo>
                    <a:pt x="6" y="200"/>
                  </a:lnTo>
                  <a:lnTo>
                    <a:pt x="6" y="199"/>
                  </a:lnTo>
                  <a:lnTo>
                    <a:pt x="5" y="197"/>
                  </a:lnTo>
                  <a:lnTo>
                    <a:pt x="4" y="196"/>
                  </a:lnTo>
                  <a:lnTo>
                    <a:pt x="3" y="192"/>
                  </a:lnTo>
                  <a:lnTo>
                    <a:pt x="3" y="186"/>
                  </a:lnTo>
                  <a:lnTo>
                    <a:pt x="4" y="180"/>
                  </a:lnTo>
                  <a:lnTo>
                    <a:pt x="2" y="178"/>
                  </a:lnTo>
                  <a:lnTo>
                    <a:pt x="1" y="175"/>
                  </a:lnTo>
                  <a:lnTo>
                    <a:pt x="4" y="170"/>
                  </a:lnTo>
                  <a:lnTo>
                    <a:pt x="5" y="166"/>
                  </a:lnTo>
                  <a:lnTo>
                    <a:pt x="7" y="165"/>
                  </a:lnTo>
                  <a:lnTo>
                    <a:pt x="9" y="164"/>
                  </a:lnTo>
                  <a:lnTo>
                    <a:pt x="4" y="154"/>
                  </a:lnTo>
                  <a:lnTo>
                    <a:pt x="4" y="150"/>
                  </a:lnTo>
                  <a:lnTo>
                    <a:pt x="4" y="148"/>
                  </a:lnTo>
                  <a:lnTo>
                    <a:pt x="4" y="142"/>
                  </a:lnTo>
                  <a:lnTo>
                    <a:pt x="6" y="139"/>
                  </a:lnTo>
                  <a:lnTo>
                    <a:pt x="8" y="136"/>
                  </a:lnTo>
                  <a:lnTo>
                    <a:pt x="7" y="134"/>
                  </a:lnTo>
                  <a:lnTo>
                    <a:pt x="5" y="130"/>
                  </a:lnTo>
                  <a:lnTo>
                    <a:pt x="4" y="130"/>
                  </a:lnTo>
                  <a:lnTo>
                    <a:pt x="6" y="127"/>
                  </a:lnTo>
                  <a:lnTo>
                    <a:pt x="6" y="124"/>
                  </a:lnTo>
                  <a:lnTo>
                    <a:pt x="7" y="120"/>
                  </a:lnTo>
                  <a:lnTo>
                    <a:pt x="9" y="120"/>
                  </a:lnTo>
                  <a:lnTo>
                    <a:pt x="9" y="115"/>
                  </a:lnTo>
                  <a:lnTo>
                    <a:pt x="9" y="109"/>
                  </a:lnTo>
                  <a:lnTo>
                    <a:pt x="8" y="108"/>
                  </a:lnTo>
                  <a:lnTo>
                    <a:pt x="6" y="103"/>
                  </a:lnTo>
                  <a:lnTo>
                    <a:pt x="5" y="100"/>
                  </a:lnTo>
                  <a:lnTo>
                    <a:pt x="3" y="97"/>
                  </a:lnTo>
                  <a:lnTo>
                    <a:pt x="3" y="95"/>
                  </a:lnTo>
                  <a:lnTo>
                    <a:pt x="1" y="94"/>
                  </a:lnTo>
                  <a:lnTo>
                    <a:pt x="0" y="90"/>
                  </a:lnTo>
                  <a:lnTo>
                    <a:pt x="1" y="86"/>
                  </a:lnTo>
                  <a:lnTo>
                    <a:pt x="4" y="85"/>
                  </a:lnTo>
                  <a:lnTo>
                    <a:pt x="4" y="81"/>
                  </a:lnTo>
                  <a:lnTo>
                    <a:pt x="4" y="80"/>
                  </a:lnTo>
                  <a:lnTo>
                    <a:pt x="4" y="75"/>
                  </a:lnTo>
                  <a:lnTo>
                    <a:pt x="4" y="73"/>
                  </a:lnTo>
                  <a:lnTo>
                    <a:pt x="3" y="68"/>
                  </a:lnTo>
                  <a:lnTo>
                    <a:pt x="4" y="66"/>
                  </a:lnTo>
                  <a:lnTo>
                    <a:pt x="4" y="60"/>
                  </a:lnTo>
                  <a:lnTo>
                    <a:pt x="6" y="58"/>
                  </a:lnTo>
                  <a:lnTo>
                    <a:pt x="9" y="53"/>
                  </a:lnTo>
                  <a:lnTo>
                    <a:pt x="11" y="50"/>
                  </a:lnTo>
                  <a:lnTo>
                    <a:pt x="13" y="50"/>
                  </a:lnTo>
                  <a:lnTo>
                    <a:pt x="14" y="48"/>
                  </a:lnTo>
                  <a:lnTo>
                    <a:pt x="13" y="47"/>
                  </a:lnTo>
                  <a:lnTo>
                    <a:pt x="13" y="45"/>
                  </a:lnTo>
                  <a:lnTo>
                    <a:pt x="12" y="44"/>
                  </a:lnTo>
                  <a:lnTo>
                    <a:pt x="11" y="43"/>
                  </a:lnTo>
                  <a:lnTo>
                    <a:pt x="11" y="41"/>
                  </a:lnTo>
                  <a:lnTo>
                    <a:pt x="13" y="40"/>
                  </a:lnTo>
                  <a:lnTo>
                    <a:pt x="13" y="38"/>
                  </a:lnTo>
                  <a:lnTo>
                    <a:pt x="11" y="35"/>
                  </a:lnTo>
                  <a:lnTo>
                    <a:pt x="10" y="33"/>
                  </a:lnTo>
                  <a:lnTo>
                    <a:pt x="12" y="30"/>
                  </a:lnTo>
                  <a:lnTo>
                    <a:pt x="11" y="30"/>
                  </a:lnTo>
                  <a:lnTo>
                    <a:pt x="9" y="28"/>
                  </a:lnTo>
                  <a:lnTo>
                    <a:pt x="10" y="25"/>
                  </a:lnTo>
                  <a:lnTo>
                    <a:pt x="20" y="20"/>
                  </a:lnTo>
                  <a:lnTo>
                    <a:pt x="23" y="11"/>
                  </a:lnTo>
                  <a:lnTo>
                    <a:pt x="21" y="9"/>
                  </a:lnTo>
                  <a:lnTo>
                    <a:pt x="21" y="9"/>
                  </a:lnTo>
                  <a:close/>
                  <a:moveTo>
                    <a:pt x="90" y="344"/>
                  </a:moveTo>
                  <a:lnTo>
                    <a:pt x="92" y="345"/>
                  </a:lnTo>
                  <a:lnTo>
                    <a:pt x="94" y="344"/>
                  </a:lnTo>
                  <a:lnTo>
                    <a:pt x="95" y="344"/>
                  </a:lnTo>
                  <a:lnTo>
                    <a:pt x="97" y="342"/>
                  </a:lnTo>
                  <a:lnTo>
                    <a:pt x="94" y="342"/>
                  </a:lnTo>
                  <a:lnTo>
                    <a:pt x="94" y="344"/>
                  </a:lnTo>
                  <a:lnTo>
                    <a:pt x="91" y="344"/>
                  </a:lnTo>
                  <a:lnTo>
                    <a:pt x="90" y="344"/>
                  </a:lnTo>
                  <a:lnTo>
                    <a:pt x="90" y="344"/>
                  </a:lnTo>
                  <a:close/>
                  <a:moveTo>
                    <a:pt x="53" y="318"/>
                  </a:moveTo>
                  <a:lnTo>
                    <a:pt x="53" y="317"/>
                  </a:lnTo>
                  <a:lnTo>
                    <a:pt x="54" y="319"/>
                  </a:lnTo>
                  <a:lnTo>
                    <a:pt x="57" y="322"/>
                  </a:lnTo>
                  <a:lnTo>
                    <a:pt x="58" y="326"/>
                  </a:lnTo>
                  <a:lnTo>
                    <a:pt x="57" y="325"/>
                  </a:lnTo>
                  <a:lnTo>
                    <a:pt x="55" y="325"/>
                  </a:lnTo>
                  <a:lnTo>
                    <a:pt x="55" y="327"/>
                  </a:lnTo>
                  <a:lnTo>
                    <a:pt x="53" y="318"/>
                  </a:lnTo>
                  <a:lnTo>
                    <a:pt x="53" y="318"/>
                  </a:lnTo>
                  <a:close/>
                  <a:moveTo>
                    <a:pt x="55" y="328"/>
                  </a:moveTo>
                  <a:lnTo>
                    <a:pt x="57" y="328"/>
                  </a:lnTo>
                  <a:lnTo>
                    <a:pt x="59" y="328"/>
                  </a:lnTo>
                  <a:lnTo>
                    <a:pt x="60" y="329"/>
                  </a:lnTo>
                  <a:lnTo>
                    <a:pt x="61" y="332"/>
                  </a:lnTo>
                  <a:lnTo>
                    <a:pt x="63" y="333"/>
                  </a:lnTo>
                  <a:lnTo>
                    <a:pt x="65" y="334"/>
                  </a:lnTo>
                  <a:lnTo>
                    <a:pt x="65" y="336"/>
                  </a:lnTo>
                  <a:lnTo>
                    <a:pt x="67" y="337"/>
                  </a:lnTo>
                  <a:lnTo>
                    <a:pt x="74" y="339"/>
                  </a:lnTo>
                  <a:lnTo>
                    <a:pt x="74" y="339"/>
                  </a:lnTo>
                  <a:lnTo>
                    <a:pt x="77" y="340"/>
                  </a:lnTo>
                  <a:lnTo>
                    <a:pt x="79" y="343"/>
                  </a:lnTo>
                  <a:lnTo>
                    <a:pt x="81" y="343"/>
                  </a:lnTo>
                  <a:lnTo>
                    <a:pt x="84" y="342"/>
                  </a:lnTo>
                  <a:lnTo>
                    <a:pt x="85" y="343"/>
                  </a:lnTo>
                  <a:lnTo>
                    <a:pt x="85" y="344"/>
                  </a:lnTo>
                  <a:lnTo>
                    <a:pt x="84" y="345"/>
                  </a:lnTo>
                  <a:lnTo>
                    <a:pt x="83" y="344"/>
                  </a:lnTo>
                  <a:lnTo>
                    <a:pt x="81" y="345"/>
                  </a:lnTo>
                  <a:lnTo>
                    <a:pt x="80" y="346"/>
                  </a:lnTo>
                  <a:lnTo>
                    <a:pt x="79" y="348"/>
                  </a:lnTo>
                  <a:lnTo>
                    <a:pt x="77" y="349"/>
                  </a:lnTo>
                  <a:lnTo>
                    <a:pt x="75" y="348"/>
                  </a:lnTo>
                  <a:lnTo>
                    <a:pt x="74" y="347"/>
                  </a:lnTo>
                  <a:lnTo>
                    <a:pt x="69" y="346"/>
                  </a:lnTo>
                  <a:lnTo>
                    <a:pt x="68" y="346"/>
                  </a:lnTo>
                  <a:lnTo>
                    <a:pt x="64" y="346"/>
                  </a:lnTo>
                  <a:lnTo>
                    <a:pt x="61" y="347"/>
                  </a:lnTo>
                  <a:lnTo>
                    <a:pt x="60" y="347"/>
                  </a:lnTo>
                  <a:lnTo>
                    <a:pt x="59" y="344"/>
                  </a:lnTo>
                  <a:lnTo>
                    <a:pt x="64" y="344"/>
                  </a:lnTo>
                  <a:lnTo>
                    <a:pt x="65" y="343"/>
                  </a:lnTo>
                  <a:lnTo>
                    <a:pt x="67" y="343"/>
                  </a:lnTo>
                  <a:lnTo>
                    <a:pt x="67" y="342"/>
                  </a:lnTo>
                  <a:lnTo>
                    <a:pt x="65" y="343"/>
                  </a:lnTo>
                  <a:lnTo>
                    <a:pt x="63" y="343"/>
                  </a:lnTo>
                  <a:lnTo>
                    <a:pt x="59" y="344"/>
                  </a:lnTo>
                  <a:lnTo>
                    <a:pt x="59" y="343"/>
                  </a:lnTo>
                  <a:lnTo>
                    <a:pt x="55" y="328"/>
                  </a:lnTo>
                  <a:close/>
                </a:path>
              </a:pathLst>
            </a:custGeom>
            <a:solidFill>
              <a:srgbClr val="0094D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94D3"/>
                </a:solidFill>
                <a:latin typeface="Arial"/>
                <a:ea typeface="Arial"/>
                <a:cs typeface="Arial"/>
                <a:sym typeface="Arial"/>
              </a:endParaRPr>
            </a:p>
          </p:txBody>
        </p:sp>
      </p:grpSp>
      <p:sp>
        <p:nvSpPr>
          <p:cNvPr id="239" name="Google Shape;239;p12"/>
          <p:cNvSpPr/>
          <p:nvPr/>
        </p:nvSpPr>
        <p:spPr>
          <a:xfrm>
            <a:off x="6911293" y="5392454"/>
            <a:ext cx="618768" cy="656888"/>
          </a:xfrm>
          <a:custGeom>
            <a:avLst/>
            <a:gdLst/>
            <a:ahLst/>
            <a:cxnLst/>
            <a:rect l="l" t="t" r="r" b="b"/>
            <a:pathLst>
              <a:path w="1120" h="1189" extrusionOk="0">
                <a:moveTo>
                  <a:pt x="1108" y="1023"/>
                </a:moveTo>
                <a:lnTo>
                  <a:pt x="1072" y="1023"/>
                </a:lnTo>
                <a:lnTo>
                  <a:pt x="1072" y="826"/>
                </a:lnTo>
                <a:lnTo>
                  <a:pt x="1072" y="826"/>
                </a:lnTo>
                <a:lnTo>
                  <a:pt x="1072" y="820"/>
                </a:lnTo>
                <a:lnTo>
                  <a:pt x="1066" y="809"/>
                </a:lnTo>
                <a:lnTo>
                  <a:pt x="1060" y="809"/>
                </a:lnTo>
                <a:lnTo>
                  <a:pt x="1049" y="803"/>
                </a:lnTo>
                <a:lnTo>
                  <a:pt x="1043" y="803"/>
                </a:lnTo>
                <a:lnTo>
                  <a:pt x="1043" y="511"/>
                </a:lnTo>
                <a:lnTo>
                  <a:pt x="1043" y="398"/>
                </a:lnTo>
                <a:lnTo>
                  <a:pt x="1043" y="279"/>
                </a:lnTo>
                <a:lnTo>
                  <a:pt x="1043" y="279"/>
                </a:lnTo>
                <a:lnTo>
                  <a:pt x="1043" y="250"/>
                </a:lnTo>
                <a:lnTo>
                  <a:pt x="1025" y="232"/>
                </a:lnTo>
                <a:lnTo>
                  <a:pt x="1001" y="214"/>
                </a:lnTo>
                <a:lnTo>
                  <a:pt x="971" y="208"/>
                </a:lnTo>
                <a:lnTo>
                  <a:pt x="947" y="208"/>
                </a:lnTo>
                <a:lnTo>
                  <a:pt x="947" y="125"/>
                </a:lnTo>
                <a:lnTo>
                  <a:pt x="947" y="125"/>
                </a:lnTo>
                <a:lnTo>
                  <a:pt x="941" y="113"/>
                </a:lnTo>
                <a:lnTo>
                  <a:pt x="929" y="113"/>
                </a:lnTo>
                <a:lnTo>
                  <a:pt x="923" y="113"/>
                </a:lnTo>
                <a:lnTo>
                  <a:pt x="923" y="83"/>
                </a:lnTo>
                <a:lnTo>
                  <a:pt x="941" y="83"/>
                </a:lnTo>
                <a:lnTo>
                  <a:pt x="941" y="83"/>
                </a:lnTo>
                <a:lnTo>
                  <a:pt x="947" y="77"/>
                </a:lnTo>
                <a:lnTo>
                  <a:pt x="947" y="54"/>
                </a:lnTo>
                <a:lnTo>
                  <a:pt x="947" y="54"/>
                </a:lnTo>
                <a:lnTo>
                  <a:pt x="941" y="48"/>
                </a:lnTo>
                <a:lnTo>
                  <a:pt x="911" y="48"/>
                </a:lnTo>
                <a:lnTo>
                  <a:pt x="911" y="6"/>
                </a:lnTo>
                <a:lnTo>
                  <a:pt x="911" y="6"/>
                </a:lnTo>
                <a:lnTo>
                  <a:pt x="906" y="0"/>
                </a:lnTo>
                <a:lnTo>
                  <a:pt x="852" y="0"/>
                </a:lnTo>
                <a:lnTo>
                  <a:pt x="852" y="0"/>
                </a:lnTo>
                <a:lnTo>
                  <a:pt x="846" y="6"/>
                </a:lnTo>
                <a:lnTo>
                  <a:pt x="846" y="48"/>
                </a:lnTo>
                <a:lnTo>
                  <a:pt x="816" y="48"/>
                </a:lnTo>
                <a:lnTo>
                  <a:pt x="816" y="48"/>
                </a:lnTo>
                <a:lnTo>
                  <a:pt x="810" y="54"/>
                </a:lnTo>
                <a:lnTo>
                  <a:pt x="810" y="77"/>
                </a:lnTo>
                <a:lnTo>
                  <a:pt x="810" y="77"/>
                </a:lnTo>
                <a:lnTo>
                  <a:pt x="816" y="83"/>
                </a:lnTo>
                <a:lnTo>
                  <a:pt x="834" y="83"/>
                </a:lnTo>
                <a:lnTo>
                  <a:pt x="834" y="113"/>
                </a:lnTo>
                <a:lnTo>
                  <a:pt x="822" y="113"/>
                </a:lnTo>
                <a:lnTo>
                  <a:pt x="822" y="113"/>
                </a:lnTo>
                <a:lnTo>
                  <a:pt x="816" y="113"/>
                </a:lnTo>
                <a:lnTo>
                  <a:pt x="810" y="125"/>
                </a:lnTo>
                <a:lnTo>
                  <a:pt x="810" y="297"/>
                </a:lnTo>
                <a:lnTo>
                  <a:pt x="786" y="297"/>
                </a:lnTo>
                <a:lnTo>
                  <a:pt x="786" y="297"/>
                </a:lnTo>
                <a:lnTo>
                  <a:pt x="763" y="303"/>
                </a:lnTo>
                <a:lnTo>
                  <a:pt x="739" y="315"/>
                </a:lnTo>
                <a:lnTo>
                  <a:pt x="721" y="339"/>
                </a:lnTo>
                <a:lnTo>
                  <a:pt x="709" y="363"/>
                </a:lnTo>
                <a:lnTo>
                  <a:pt x="709" y="363"/>
                </a:lnTo>
                <a:lnTo>
                  <a:pt x="709" y="369"/>
                </a:lnTo>
                <a:lnTo>
                  <a:pt x="709" y="369"/>
                </a:lnTo>
                <a:lnTo>
                  <a:pt x="709" y="380"/>
                </a:lnTo>
                <a:lnTo>
                  <a:pt x="709" y="921"/>
                </a:lnTo>
                <a:lnTo>
                  <a:pt x="709" y="921"/>
                </a:lnTo>
                <a:lnTo>
                  <a:pt x="703" y="939"/>
                </a:lnTo>
                <a:lnTo>
                  <a:pt x="697" y="957"/>
                </a:lnTo>
                <a:lnTo>
                  <a:pt x="679" y="963"/>
                </a:lnTo>
                <a:lnTo>
                  <a:pt x="661" y="969"/>
                </a:lnTo>
                <a:lnTo>
                  <a:pt x="631" y="969"/>
                </a:lnTo>
                <a:lnTo>
                  <a:pt x="631" y="202"/>
                </a:lnTo>
                <a:lnTo>
                  <a:pt x="631" y="202"/>
                </a:lnTo>
                <a:lnTo>
                  <a:pt x="631" y="184"/>
                </a:lnTo>
                <a:lnTo>
                  <a:pt x="620" y="166"/>
                </a:lnTo>
                <a:lnTo>
                  <a:pt x="602" y="161"/>
                </a:lnTo>
                <a:lnTo>
                  <a:pt x="590" y="155"/>
                </a:lnTo>
                <a:lnTo>
                  <a:pt x="560" y="155"/>
                </a:lnTo>
                <a:lnTo>
                  <a:pt x="560" y="155"/>
                </a:lnTo>
                <a:lnTo>
                  <a:pt x="542" y="161"/>
                </a:lnTo>
                <a:lnTo>
                  <a:pt x="524" y="166"/>
                </a:lnTo>
                <a:lnTo>
                  <a:pt x="518" y="184"/>
                </a:lnTo>
                <a:lnTo>
                  <a:pt x="512" y="202"/>
                </a:lnTo>
                <a:lnTo>
                  <a:pt x="512" y="333"/>
                </a:lnTo>
                <a:lnTo>
                  <a:pt x="489" y="333"/>
                </a:lnTo>
                <a:lnTo>
                  <a:pt x="489" y="333"/>
                </a:lnTo>
                <a:lnTo>
                  <a:pt x="465" y="339"/>
                </a:lnTo>
                <a:lnTo>
                  <a:pt x="441" y="351"/>
                </a:lnTo>
                <a:lnTo>
                  <a:pt x="423" y="375"/>
                </a:lnTo>
                <a:lnTo>
                  <a:pt x="417" y="404"/>
                </a:lnTo>
                <a:lnTo>
                  <a:pt x="417" y="476"/>
                </a:lnTo>
                <a:lnTo>
                  <a:pt x="417" y="476"/>
                </a:lnTo>
                <a:lnTo>
                  <a:pt x="399" y="470"/>
                </a:lnTo>
                <a:lnTo>
                  <a:pt x="375" y="464"/>
                </a:lnTo>
                <a:lnTo>
                  <a:pt x="250" y="464"/>
                </a:lnTo>
                <a:lnTo>
                  <a:pt x="250" y="464"/>
                </a:lnTo>
                <a:lnTo>
                  <a:pt x="220" y="470"/>
                </a:lnTo>
                <a:lnTo>
                  <a:pt x="197" y="487"/>
                </a:lnTo>
                <a:lnTo>
                  <a:pt x="185" y="511"/>
                </a:lnTo>
                <a:lnTo>
                  <a:pt x="179" y="535"/>
                </a:lnTo>
                <a:lnTo>
                  <a:pt x="179" y="577"/>
                </a:lnTo>
                <a:lnTo>
                  <a:pt x="149" y="577"/>
                </a:lnTo>
                <a:lnTo>
                  <a:pt x="149" y="577"/>
                </a:lnTo>
                <a:lnTo>
                  <a:pt x="125" y="577"/>
                </a:lnTo>
                <a:lnTo>
                  <a:pt x="107" y="583"/>
                </a:lnTo>
                <a:lnTo>
                  <a:pt x="89" y="595"/>
                </a:lnTo>
                <a:lnTo>
                  <a:pt x="77" y="606"/>
                </a:lnTo>
                <a:lnTo>
                  <a:pt x="66" y="618"/>
                </a:lnTo>
                <a:lnTo>
                  <a:pt x="54" y="636"/>
                </a:lnTo>
                <a:lnTo>
                  <a:pt x="48" y="654"/>
                </a:lnTo>
                <a:lnTo>
                  <a:pt x="48" y="678"/>
                </a:lnTo>
                <a:lnTo>
                  <a:pt x="48" y="1023"/>
                </a:lnTo>
                <a:lnTo>
                  <a:pt x="12" y="1023"/>
                </a:lnTo>
                <a:lnTo>
                  <a:pt x="12" y="1023"/>
                </a:lnTo>
                <a:lnTo>
                  <a:pt x="6" y="1028"/>
                </a:lnTo>
                <a:lnTo>
                  <a:pt x="0" y="1040"/>
                </a:lnTo>
                <a:lnTo>
                  <a:pt x="0" y="1189"/>
                </a:lnTo>
                <a:lnTo>
                  <a:pt x="1120" y="1189"/>
                </a:lnTo>
                <a:lnTo>
                  <a:pt x="1120" y="1040"/>
                </a:lnTo>
                <a:lnTo>
                  <a:pt x="1120" y="1040"/>
                </a:lnTo>
                <a:lnTo>
                  <a:pt x="1114" y="1028"/>
                </a:lnTo>
                <a:lnTo>
                  <a:pt x="1108" y="1023"/>
                </a:lnTo>
                <a:lnTo>
                  <a:pt x="1108" y="1023"/>
                </a:lnTo>
                <a:close/>
                <a:moveTo>
                  <a:pt x="1013" y="452"/>
                </a:moveTo>
                <a:lnTo>
                  <a:pt x="1013" y="452"/>
                </a:lnTo>
                <a:lnTo>
                  <a:pt x="995" y="440"/>
                </a:lnTo>
                <a:lnTo>
                  <a:pt x="971" y="434"/>
                </a:lnTo>
                <a:lnTo>
                  <a:pt x="947" y="434"/>
                </a:lnTo>
                <a:lnTo>
                  <a:pt x="947" y="357"/>
                </a:lnTo>
                <a:lnTo>
                  <a:pt x="971" y="357"/>
                </a:lnTo>
                <a:lnTo>
                  <a:pt x="971" y="357"/>
                </a:lnTo>
                <a:lnTo>
                  <a:pt x="989" y="357"/>
                </a:lnTo>
                <a:lnTo>
                  <a:pt x="1001" y="369"/>
                </a:lnTo>
                <a:lnTo>
                  <a:pt x="1013" y="380"/>
                </a:lnTo>
                <a:lnTo>
                  <a:pt x="1013" y="398"/>
                </a:lnTo>
                <a:lnTo>
                  <a:pt x="1013" y="452"/>
                </a:lnTo>
                <a:close/>
                <a:moveTo>
                  <a:pt x="947" y="803"/>
                </a:moveTo>
                <a:lnTo>
                  <a:pt x="947" y="470"/>
                </a:lnTo>
                <a:lnTo>
                  <a:pt x="971" y="470"/>
                </a:lnTo>
                <a:lnTo>
                  <a:pt x="971" y="470"/>
                </a:lnTo>
                <a:lnTo>
                  <a:pt x="989" y="470"/>
                </a:lnTo>
                <a:lnTo>
                  <a:pt x="1001" y="482"/>
                </a:lnTo>
                <a:lnTo>
                  <a:pt x="1013" y="493"/>
                </a:lnTo>
                <a:lnTo>
                  <a:pt x="1013" y="511"/>
                </a:lnTo>
                <a:lnTo>
                  <a:pt x="1013" y="803"/>
                </a:lnTo>
                <a:lnTo>
                  <a:pt x="947" y="803"/>
                </a:lnTo>
                <a:close/>
                <a:moveTo>
                  <a:pt x="971" y="238"/>
                </a:moveTo>
                <a:lnTo>
                  <a:pt x="971" y="238"/>
                </a:lnTo>
                <a:lnTo>
                  <a:pt x="989" y="244"/>
                </a:lnTo>
                <a:lnTo>
                  <a:pt x="1001" y="250"/>
                </a:lnTo>
                <a:lnTo>
                  <a:pt x="1013" y="268"/>
                </a:lnTo>
                <a:lnTo>
                  <a:pt x="1013" y="279"/>
                </a:lnTo>
                <a:lnTo>
                  <a:pt x="1013" y="339"/>
                </a:lnTo>
                <a:lnTo>
                  <a:pt x="1013" y="339"/>
                </a:lnTo>
                <a:lnTo>
                  <a:pt x="995" y="327"/>
                </a:lnTo>
                <a:lnTo>
                  <a:pt x="971" y="321"/>
                </a:lnTo>
                <a:lnTo>
                  <a:pt x="947" y="321"/>
                </a:lnTo>
                <a:lnTo>
                  <a:pt x="947" y="238"/>
                </a:lnTo>
                <a:lnTo>
                  <a:pt x="971" y="238"/>
                </a:lnTo>
                <a:close/>
                <a:moveTo>
                  <a:pt x="661" y="999"/>
                </a:moveTo>
                <a:lnTo>
                  <a:pt x="661" y="999"/>
                </a:lnTo>
                <a:lnTo>
                  <a:pt x="691" y="993"/>
                </a:lnTo>
                <a:lnTo>
                  <a:pt x="715" y="981"/>
                </a:lnTo>
                <a:lnTo>
                  <a:pt x="733" y="957"/>
                </a:lnTo>
                <a:lnTo>
                  <a:pt x="739" y="927"/>
                </a:lnTo>
                <a:lnTo>
                  <a:pt x="739" y="927"/>
                </a:lnTo>
                <a:lnTo>
                  <a:pt x="739" y="921"/>
                </a:lnTo>
                <a:lnTo>
                  <a:pt x="739" y="921"/>
                </a:lnTo>
                <a:lnTo>
                  <a:pt x="739" y="921"/>
                </a:lnTo>
                <a:lnTo>
                  <a:pt x="739" y="369"/>
                </a:lnTo>
                <a:lnTo>
                  <a:pt x="739" y="369"/>
                </a:lnTo>
                <a:lnTo>
                  <a:pt x="745" y="357"/>
                </a:lnTo>
                <a:lnTo>
                  <a:pt x="757" y="345"/>
                </a:lnTo>
                <a:lnTo>
                  <a:pt x="774" y="333"/>
                </a:lnTo>
                <a:lnTo>
                  <a:pt x="786" y="333"/>
                </a:lnTo>
                <a:lnTo>
                  <a:pt x="810" y="333"/>
                </a:lnTo>
                <a:lnTo>
                  <a:pt x="810" y="803"/>
                </a:lnTo>
                <a:lnTo>
                  <a:pt x="792" y="803"/>
                </a:lnTo>
                <a:lnTo>
                  <a:pt x="792" y="803"/>
                </a:lnTo>
                <a:lnTo>
                  <a:pt x="780" y="809"/>
                </a:lnTo>
                <a:lnTo>
                  <a:pt x="774" y="809"/>
                </a:lnTo>
                <a:lnTo>
                  <a:pt x="769" y="820"/>
                </a:lnTo>
                <a:lnTo>
                  <a:pt x="769" y="826"/>
                </a:lnTo>
                <a:lnTo>
                  <a:pt x="769" y="1023"/>
                </a:lnTo>
                <a:lnTo>
                  <a:pt x="631" y="1023"/>
                </a:lnTo>
                <a:lnTo>
                  <a:pt x="631" y="999"/>
                </a:lnTo>
                <a:lnTo>
                  <a:pt x="661" y="999"/>
                </a:lnTo>
                <a:close/>
                <a:moveTo>
                  <a:pt x="447" y="517"/>
                </a:moveTo>
                <a:lnTo>
                  <a:pt x="447" y="517"/>
                </a:lnTo>
                <a:lnTo>
                  <a:pt x="453" y="505"/>
                </a:lnTo>
                <a:lnTo>
                  <a:pt x="459" y="487"/>
                </a:lnTo>
                <a:lnTo>
                  <a:pt x="477" y="482"/>
                </a:lnTo>
                <a:lnTo>
                  <a:pt x="489" y="476"/>
                </a:lnTo>
                <a:lnTo>
                  <a:pt x="512" y="476"/>
                </a:lnTo>
                <a:lnTo>
                  <a:pt x="512" y="559"/>
                </a:lnTo>
                <a:lnTo>
                  <a:pt x="489" y="559"/>
                </a:lnTo>
                <a:lnTo>
                  <a:pt x="489" y="559"/>
                </a:lnTo>
                <a:lnTo>
                  <a:pt x="471" y="565"/>
                </a:lnTo>
                <a:lnTo>
                  <a:pt x="447" y="571"/>
                </a:lnTo>
                <a:lnTo>
                  <a:pt x="447" y="535"/>
                </a:lnTo>
                <a:lnTo>
                  <a:pt x="447" y="517"/>
                </a:lnTo>
                <a:close/>
                <a:moveTo>
                  <a:pt x="512" y="696"/>
                </a:moveTo>
                <a:lnTo>
                  <a:pt x="489" y="696"/>
                </a:lnTo>
                <a:lnTo>
                  <a:pt x="489" y="696"/>
                </a:lnTo>
                <a:lnTo>
                  <a:pt x="471" y="702"/>
                </a:lnTo>
                <a:lnTo>
                  <a:pt x="447" y="707"/>
                </a:lnTo>
                <a:lnTo>
                  <a:pt x="447" y="630"/>
                </a:lnTo>
                <a:lnTo>
                  <a:pt x="447" y="630"/>
                </a:lnTo>
                <a:lnTo>
                  <a:pt x="453" y="618"/>
                </a:lnTo>
                <a:lnTo>
                  <a:pt x="459" y="600"/>
                </a:lnTo>
                <a:lnTo>
                  <a:pt x="477" y="595"/>
                </a:lnTo>
                <a:lnTo>
                  <a:pt x="489" y="589"/>
                </a:lnTo>
                <a:lnTo>
                  <a:pt x="512" y="589"/>
                </a:lnTo>
                <a:lnTo>
                  <a:pt x="512" y="696"/>
                </a:lnTo>
                <a:close/>
                <a:moveTo>
                  <a:pt x="447" y="767"/>
                </a:moveTo>
                <a:lnTo>
                  <a:pt x="447" y="767"/>
                </a:lnTo>
                <a:lnTo>
                  <a:pt x="453" y="755"/>
                </a:lnTo>
                <a:lnTo>
                  <a:pt x="459" y="737"/>
                </a:lnTo>
                <a:lnTo>
                  <a:pt x="477" y="731"/>
                </a:lnTo>
                <a:lnTo>
                  <a:pt x="489" y="725"/>
                </a:lnTo>
                <a:lnTo>
                  <a:pt x="512" y="725"/>
                </a:lnTo>
                <a:lnTo>
                  <a:pt x="512" y="1023"/>
                </a:lnTo>
                <a:lnTo>
                  <a:pt x="447" y="1023"/>
                </a:lnTo>
                <a:lnTo>
                  <a:pt x="447" y="767"/>
                </a:lnTo>
                <a:close/>
                <a:moveTo>
                  <a:pt x="489" y="363"/>
                </a:moveTo>
                <a:lnTo>
                  <a:pt x="512" y="363"/>
                </a:lnTo>
                <a:lnTo>
                  <a:pt x="512" y="446"/>
                </a:lnTo>
                <a:lnTo>
                  <a:pt x="489" y="446"/>
                </a:lnTo>
                <a:lnTo>
                  <a:pt x="489" y="446"/>
                </a:lnTo>
                <a:lnTo>
                  <a:pt x="471" y="452"/>
                </a:lnTo>
                <a:lnTo>
                  <a:pt x="447" y="458"/>
                </a:lnTo>
                <a:lnTo>
                  <a:pt x="447" y="404"/>
                </a:lnTo>
                <a:lnTo>
                  <a:pt x="447" y="404"/>
                </a:lnTo>
                <a:lnTo>
                  <a:pt x="453" y="386"/>
                </a:lnTo>
                <a:lnTo>
                  <a:pt x="459" y="375"/>
                </a:lnTo>
                <a:lnTo>
                  <a:pt x="477" y="369"/>
                </a:lnTo>
                <a:lnTo>
                  <a:pt x="489" y="363"/>
                </a:lnTo>
                <a:lnTo>
                  <a:pt x="489" y="363"/>
                </a:lnTo>
                <a:close/>
                <a:moveTo>
                  <a:pt x="209" y="535"/>
                </a:moveTo>
                <a:lnTo>
                  <a:pt x="209" y="535"/>
                </a:lnTo>
                <a:lnTo>
                  <a:pt x="214" y="523"/>
                </a:lnTo>
                <a:lnTo>
                  <a:pt x="220" y="505"/>
                </a:lnTo>
                <a:lnTo>
                  <a:pt x="232" y="499"/>
                </a:lnTo>
                <a:lnTo>
                  <a:pt x="250" y="493"/>
                </a:lnTo>
                <a:lnTo>
                  <a:pt x="375" y="493"/>
                </a:lnTo>
                <a:lnTo>
                  <a:pt x="375" y="493"/>
                </a:lnTo>
                <a:lnTo>
                  <a:pt x="393" y="499"/>
                </a:lnTo>
                <a:lnTo>
                  <a:pt x="405" y="505"/>
                </a:lnTo>
                <a:lnTo>
                  <a:pt x="417" y="523"/>
                </a:lnTo>
                <a:lnTo>
                  <a:pt x="417" y="535"/>
                </a:lnTo>
                <a:lnTo>
                  <a:pt x="417" y="630"/>
                </a:lnTo>
                <a:lnTo>
                  <a:pt x="417" y="767"/>
                </a:lnTo>
                <a:lnTo>
                  <a:pt x="417" y="1023"/>
                </a:lnTo>
                <a:lnTo>
                  <a:pt x="340" y="1023"/>
                </a:lnTo>
                <a:lnTo>
                  <a:pt x="340" y="678"/>
                </a:lnTo>
                <a:lnTo>
                  <a:pt x="340" y="678"/>
                </a:lnTo>
                <a:lnTo>
                  <a:pt x="340" y="654"/>
                </a:lnTo>
                <a:lnTo>
                  <a:pt x="334" y="636"/>
                </a:lnTo>
                <a:lnTo>
                  <a:pt x="322" y="618"/>
                </a:lnTo>
                <a:lnTo>
                  <a:pt x="310" y="606"/>
                </a:lnTo>
                <a:lnTo>
                  <a:pt x="292" y="595"/>
                </a:lnTo>
                <a:lnTo>
                  <a:pt x="274" y="583"/>
                </a:lnTo>
                <a:lnTo>
                  <a:pt x="256" y="577"/>
                </a:lnTo>
                <a:lnTo>
                  <a:pt x="238" y="577"/>
                </a:lnTo>
                <a:lnTo>
                  <a:pt x="209" y="577"/>
                </a:lnTo>
                <a:lnTo>
                  <a:pt x="209" y="535"/>
                </a:lnTo>
                <a:close/>
              </a:path>
            </a:pathLst>
          </a:custGeom>
          <a:solidFill>
            <a:srgbClr val="0094D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94D3"/>
              </a:solidFill>
              <a:latin typeface="Arial"/>
              <a:ea typeface="Arial"/>
              <a:cs typeface="Arial"/>
              <a:sym typeface="Arial"/>
            </a:endParaRPr>
          </a:p>
        </p:txBody>
      </p:sp>
      <p:grpSp>
        <p:nvGrpSpPr>
          <p:cNvPr id="240" name="Google Shape;240;p12"/>
          <p:cNvGrpSpPr/>
          <p:nvPr/>
        </p:nvGrpSpPr>
        <p:grpSpPr>
          <a:xfrm>
            <a:off x="9665464" y="5427467"/>
            <a:ext cx="546369" cy="533562"/>
            <a:chOff x="3249613" y="-1738313"/>
            <a:chExt cx="2235201" cy="2182813"/>
          </a:xfrm>
        </p:grpSpPr>
        <p:sp>
          <p:nvSpPr>
            <p:cNvPr id="241" name="Google Shape;241;p12"/>
            <p:cNvSpPr/>
            <p:nvPr/>
          </p:nvSpPr>
          <p:spPr>
            <a:xfrm>
              <a:off x="4143376" y="-690563"/>
              <a:ext cx="1341438" cy="1135063"/>
            </a:xfrm>
            <a:custGeom>
              <a:avLst/>
              <a:gdLst/>
              <a:ahLst/>
              <a:cxnLst/>
              <a:rect l="l" t="t" r="r" b="b"/>
              <a:pathLst>
                <a:path w="845" h="715" extrusionOk="0">
                  <a:moveTo>
                    <a:pt x="813" y="267"/>
                  </a:moveTo>
                  <a:lnTo>
                    <a:pt x="661" y="0"/>
                  </a:lnTo>
                  <a:lnTo>
                    <a:pt x="651" y="139"/>
                  </a:lnTo>
                  <a:lnTo>
                    <a:pt x="527" y="79"/>
                  </a:lnTo>
                  <a:lnTo>
                    <a:pt x="679" y="343"/>
                  </a:lnTo>
                  <a:lnTo>
                    <a:pt x="679" y="343"/>
                  </a:lnTo>
                  <a:lnTo>
                    <a:pt x="687" y="357"/>
                  </a:lnTo>
                  <a:lnTo>
                    <a:pt x="691" y="371"/>
                  </a:lnTo>
                  <a:lnTo>
                    <a:pt x="691" y="383"/>
                  </a:lnTo>
                  <a:lnTo>
                    <a:pt x="691" y="395"/>
                  </a:lnTo>
                  <a:lnTo>
                    <a:pt x="689" y="407"/>
                  </a:lnTo>
                  <a:lnTo>
                    <a:pt x="685" y="415"/>
                  </a:lnTo>
                  <a:lnTo>
                    <a:pt x="679" y="429"/>
                  </a:lnTo>
                  <a:lnTo>
                    <a:pt x="679" y="429"/>
                  </a:lnTo>
                  <a:lnTo>
                    <a:pt x="671" y="441"/>
                  </a:lnTo>
                  <a:lnTo>
                    <a:pt x="665" y="447"/>
                  </a:lnTo>
                  <a:lnTo>
                    <a:pt x="657" y="455"/>
                  </a:lnTo>
                  <a:lnTo>
                    <a:pt x="647" y="461"/>
                  </a:lnTo>
                  <a:lnTo>
                    <a:pt x="635" y="467"/>
                  </a:lnTo>
                  <a:lnTo>
                    <a:pt x="621" y="469"/>
                  </a:lnTo>
                  <a:lnTo>
                    <a:pt x="607" y="471"/>
                  </a:lnTo>
                  <a:lnTo>
                    <a:pt x="268" y="471"/>
                  </a:lnTo>
                  <a:lnTo>
                    <a:pt x="268" y="355"/>
                  </a:lnTo>
                  <a:lnTo>
                    <a:pt x="0" y="535"/>
                  </a:lnTo>
                  <a:lnTo>
                    <a:pt x="268" y="715"/>
                  </a:lnTo>
                  <a:lnTo>
                    <a:pt x="268" y="625"/>
                  </a:lnTo>
                  <a:lnTo>
                    <a:pt x="607" y="625"/>
                  </a:lnTo>
                  <a:lnTo>
                    <a:pt x="607" y="625"/>
                  </a:lnTo>
                  <a:lnTo>
                    <a:pt x="639" y="623"/>
                  </a:lnTo>
                  <a:lnTo>
                    <a:pt x="669" y="617"/>
                  </a:lnTo>
                  <a:lnTo>
                    <a:pt x="699" y="607"/>
                  </a:lnTo>
                  <a:lnTo>
                    <a:pt x="725" y="593"/>
                  </a:lnTo>
                  <a:lnTo>
                    <a:pt x="751" y="577"/>
                  </a:lnTo>
                  <a:lnTo>
                    <a:pt x="775" y="555"/>
                  </a:lnTo>
                  <a:lnTo>
                    <a:pt x="795" y="533"/>
                  </a:lnTo>
                  <a:lnTo>
                    <a:pt x="813" y="505"/>
                  </a:lnTo>
                  <a:lnTo>
                    <a:pt x="813" y="505"/>
                  </a:lnTo>
                  <a:lnTo>
                    <a:pt x="827" y="477"/>
                  </a:lnTo>
                  <a:lnTo>
                    <a:pt x="837" y="447"/>
                  </a:lnTo>
                  <a:lnTo>
                    <a:pt x="843" y="417"/>
                  </a:lnTo>
                  <a:lnTo>
                    <a:pt x="845" y="385"/>
                  </a:lnTo>
                  <a:lnTo>
                    <a:pt x="843" y="355"/>
                  </a:lnTo>
                  <a:lnTo>
                    <a:pt x="837" y="325"/>
                  </a:lnTo>
                  <a:lnTo>
                    <a:pt x="827" y="295"/>
                  </a:lnTo>
                  <a:lnTo>
                    <a:pt x="813" y="267"/>
                  </a:lnTo>
                  <a:lnTo>
                    <a:pt x="813" y="267"/>
                  </a:lnTo>
                  <a:close/>
                </a:path>
              </a:pathLst>
            </a:custGeom>
            <a:solidFill>
              <a:srgbClr val="0094D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94D3"/>
                </a:solidFill>
                <a:latin typeface="Arial"/>
                <a:ea typeface="Arial"/>
                <a:cs typeface="Arial"/>
                <a:sym typeface="Arial"/>
              </a:endParaRPr>
            </a:p>
          </p:txBody>
        </p:sp>
        <p:sp>
          <p:nvSpPr>
            <p:cNvPr id="242" name="Google Shape;242;p12"/>
            <p:cNvSpPr/>
            <p:nvPr/>
          </p:nvSpPr>
          <p:spPr>
            <a:xfrm>
              <a:off x="3729038" y="-1738313"/>
              <a:ext cx="1425575" cy="1173163"/>
            </a:xfrm>
            <a:custGeom>
              <a:avLst/>
              <a:gdLst/>
              <a:ahLst/>
              <a:cxnLst/>
              <a:rect l="l" t="t" r="r" b="b"/>
              <a:pathLst>
                <a:path w="898" h="739" extrusionOk="0">
                  <a:moveTo>
                    <a:pt x="810" y="468"/>
                  </a:moveTo>
                  <a:lnTo>
                    <a:pt x="609" y="118"/>
                  </a:lnTo>
                  <a:lnTo>
                    <a:pt x="609" y="118"/>
                  </a:lnTo>
                  <a:lnTo>
                    <a:pt x="591" y="92"/>
                  </a:lnTo>
                  <a:lnTo>
                    <a:pt x="571" y="68"/>
                  </a:lnTo>
                  <a:lnTo>
                    <a:pt x="547" y="48"/>
                  </a:lnTo>
                  <a:lnTo>
                    <a:pt x="523" y="30"/>
                  </a:lnTo>
                  <a:lnTo>
                    <a:pt x="495" y="18"/>
                  </a:lnTo>
                  <a:lnTo>
                    <a:pt x="465" y="8"/>
                  </a:lnTo>
                  <a:lnTo>
                    <a:pt x="435" y="2"/>
                  </a:lnTo>
                  <a:lnTo>
                    <a:pt x="403" y="0"/>
                  </a:lnTo>
                  <a:lnTo>
                    <a:pt x="403" y="0"/>
                  </a:lnTo>
                  <a:lnTo>
                    <a:pt x="371" y="2"/>
                  </a:lnTo>
                  <a:lnTo>
                    <a:pt x="339" y="8"/>
                  </a:lnTo>
                  <a:lnTo>
                    <a:pt x="311" y="18"/>
                  </a:lnTo>
                  <a:lnTo>
                    <a:pt x="283" y="30"/>
                  </a:lnTo>
                  <a:lnTo>
                    <a:pt x="257" y="48"/>
                  </a:lnTo>
                  <a:lnTo>
                    <a:pt x="233" y="68"/>
                  </a:lnTo>
                  <a:lnTo>
                    <a:pt x="213" y="92"/>
                  </a:lnTo>
                  <a:lnTo>
                    <a:pt x="195" y="118"/>
                  </a:lnTo>
                  <a:lnTo>
                    <a:pt x="0" y="460"/>
                  </a:lnTo>
                  <a:lnTo>
                    <a:pt x="125" y="398"/>
                  </a:lnTo>
                  <a:lnTo>
                    <a:pt x="133" y="534"/>
                  </a:lnTo>
                  <a:lnTo>
                    <a:pt x="329" y="196"/>
                  </a:lnTo>
                  <a:lnTo>
                    <a:pt x="329" y="196"/>
                  </a:lnTo>
                  <a:lnTo>
                    <a:pt x="337" y="184"/>
                  </a:lnTo>
                  <a:lnTo>
                    <a:pt x="347" y="174"/>
                  </a:lnTo>
                  <a:lnTo>
                    <a:pt x="357" y="166"/>
                  </a:lnTo>
                  <a:lnTo>
                    <a:pt x="369" y="160"/>
                  </a:lnTo>
                  <a:lnTo>
                    <a:pt x="379" y="156"/>
                  </a:lnTo>
                  <a:lnTo>
                    <a:pt x="387" y="154"/>
                  </a:lnTo>
                  <a:lnTo>
                    <a:pt x="403" y="154"/>
                  </a:lnTo>
                  <a:lnTo>
                    <a:pt x="403" y="154"/>
                  </a:lnTo>
                  <a:lnTo>
                    <a:pt x="417" y="154"/>
                  </a:lnTo>
                  <a:lnTo>
                    <a:pt x="427" y="156"/>
                  </a:lnTo>
                  <a:lnTo>
                    <a:pt x="437" y="160"/>
                  </a:lnTo>
                  <a:lnTo>
                    <a:pt x="447" y="166"/>
                  </a:lnTo>
                  <a:lnTo>
                    <a:pt x="457" y="174"/>
                  </a:lnTo>
                  <a:lnTo>
                    <a:pt x="467" y="184"/>
                  </a:lnTo>
                  <a:lnTo>
                    <a:pt x="477" y="196"/>
                  </a:lnTo>
                  <a:lnTo>
                    <a:pt x="677" y="544"/>
                  </a:lnTo>
                  <a:lnTo>
                    <a:pt x="589" y="596"/>
                  </a:lnTo>
                  <a:lnTo>
                    <a:pt x="878" y="739"/>
                  </a:lnTo>
                  <a:lnTo>
                    <a:pt x="898" y="416"/>
                  </a:lnTo>
                  <a:lnTo>
                    <a:pt x="810" y="468"/>
                  </a:lnTo>
                  <a:close/>
                </a:path>
              </a:pathLst>
            </a:custGeom>
            <a:solidFill>
              <a:srgbClr val="0094D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94D3"/>
                </a:solidFill>
                <a:latin typeface="Arial"/>
                <a:ea typeface="Arial"/>
                <a:cs typeface="Arial"/>
                <a:sym typeface="Arial"/>
              </a:endParaRPr>
            </a:p>
          </p:txBody>
        </p:sp>
        <p:sp>
          <p:nvSpPr>
            <p:cNvPr id="243" name="Google Shape;243;p12"/>
            <p:cNvSpPr/>
            <p:nvPr/>
          </p:nvSpPr>
          <p:spPr>
            <a:xfrm>
              <a:off x="3249613" y="-1011238"/>
              <a:ext cx="998538" cy="1312863"/>
            </a:xfrm>
            <a:custGeom>
              <a:avLst/>
              <a:gdLst/>
              <a:ahLst/>
              <a:cxnLst/>
              <a:rect l="l" t="t" r="r" b="b"/>
              <a:pathLst>
                <a:path w="629" h="827" extrusionOk="0">
                  <a:moveTo>
                    <a:pt x="493" y="737"/>
                  </a:moveTo>
                  <a:lnTo>
                    <a:pt x="587" y="673"/>
                  </a:lnTo>
                  <a:lnTo>
                    <a:pt x="240" y="673"/>
                  </a:lnTo>
                  <a:lnTo>
                    <a:pt x="240" y="673"/>
                  </a:lnTo>
                  <a:lnTo>
                    <a:pt x="224" y="671"/>
                  </a:lnTo>
                  <a:lnTo>
                    <a:pt x="210" y="669"/>
                  </a:lnTo>
                  <a:lnTo>
                    <a:pt x="198" y="663"/>
                  </a:lnTo>
                  <a:lnTo>
                    <a:pt x="190" y="657"/>
                  </a:lnTo>
                  <a:lnTo>
                    <a:pt x="182" y="649"/>
                  </a:lnTo>
                  <a:lnTo>
                    <a:pt x="174" y="643"/>
                  </a:lnTo>
                  <a:lnTo>
                    <a:pt x="166" y="631"/>
                  </a:lnTo>
                  <a:lnTo>
                    <a:pt x="166" y="631"/>
                  </a:lnTo>
                  <a:lnTo>
                    <a:pt x="160" y="617"/>
                  </a:lnTo>
                  <a:lnTo>
                    <a:pt x="158" y="609"/>
                  </a:lnTo>
                  <a:lnTo>
                    <a:pt x="156" y="597"/>
                  </a:lnTo>
                  <a:lnTo>
                    <a:pt x="154" y="585"/>
                  </a:lnTo>
                  <a:lnTo>
                    <a:pt x="156" y="573"/>
                  </a:lnTo>
                  <a:lnTo>
                    <a:pt x="160" y="559"/>
                  </a:lnTo>
                  <a:lnTo>
                    <a:pt x="166" y="545"/>
                  </a:lnTo>
                  <a:lnTo>
                    <a:pt x="324" y="271"/>
                  </a:lnTo>
                  <a:lnTo>
                    <a:pt x="413" y="323"/>
                  </a:lnTo>
                  <a:lnTo>
                    <a:pt x="391" y="0"/>
                  </a:lnTo>
                  <a:lnTo>
                    <a:pt x="102" y="142"/>
                  </a:lnTo>
                  <a:lnTo>
                    <a:pt x="190" y="192"/>
                  </a:lnTo>
                  <a:lnTo>
                    <a:pt x="32" y="469"/>
                  </a:lnTo>
                  <a:lnTo>
                    <a:pt x="32" y="469"/>
                  </a:lnTo>
                  <a:lnTo>
                    <a:pt x="18" y="497"/>
                  </a:lnTo>
                  <a:lnTo>
                    <a:pt x="8" y="527"/>
                  </a:lnTo>
                  <a:lnTo>
                    <a:pt x="2" y="557"/>
                  </a:lnTo>
                  <a:lnTo>
                    <a:pt x="0" y="587"/>
                  </a:lnTo>
                  <a:lnTo>
                    <a:pt x="2" y="619"/>
                  </a:lnTo>
                  <a:lnTo>
                    <a:pt x="8" y="649"/>
                  </a:lnTo>
                  <a:lnTo>
                    <a:pt x="18" y="679"/>
                  </a:lnTo>
                  <a:lnTo>
                    <a:pt x="32" y="707"/>
                  </a:lnTo>
                  <a:lnTo>
                    <a:pt x="32" y="707"/>
                  </a:lnTo>
                  <a:lnTo>
                    <a:pt x="50" y="735"/>
                  </a:lnTo>
                  <a:lnTo>
                    <a:pt x="72" y="757"/>
                  </a:lnTo>
                  <a:lnTo>
                    <a:pt x="94" y="779"/>
                  </a:lnTo>
                  <a:lnTo>
                    <a:pt x="120" y="795"/>
                  </a:lnTo>
                  <a:lnTo>
                    <a:pt x="148" y="809"/>
                  </a:lnTo>
                  <a:lnTo>
                    <a:pt x="178" y="819"/>
                  </a:lnTo>
                  <a:lnTo>
                    <a:pt x="208" y="825"/>
                  </a:lnTo>
                  <a:lnTo>
                    <a:pt x="240" y="827"/>
                  </a:lnTo>
                  <a:lnTo>
                    <a:pt x="629" y="827"/>
                  </a:lnTo>
                  <a:lnTo>
                    <a:pt x="493" y="737"/>
                  </a:lnTo>
                  <a:close/>
                </a:path>
              </a:pathLst>
            </a:custGeom>
            <a:solidFill>
              <a:srgbClr val="0094D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94D3"/>
                </a:solidFill>
                <a:latin typeface="Arial"/>
                <a:ea typeface="Arial"/>
                <a:cs typeface="Arial"/>
                <a:sym typeface="Arial"/>
              </a:endParaRPr>
            </a:p>
          </p:txBody>
        </p:sp>
      </p:grpSp>
      <p:sp>
        <p:nvSpPr>
          <p:cNvPr id="244" name="Google Shape;244;p12"/>
          <p:cNvSpPr txBox="1"/>
          <p:nvPr/>
        </p:nvSpPr>
        <p:spPr>
          <a:xfrm>
            <a:off x="717663" y="1666916"/>
            <a:ext cx="3272100" cy="1185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094D3"/>
                </a:solidFill>
                <a:latin typeface="Inter"/>
                <a:ea typeface="Inter"/>
                <a:cs typeface="Inter"/>
                <a:sym typeface="Inter"/>
              </a:rPr>
              <a:t>Slide</a:t>
            </a:r>
            <a:endParaRPr sz="3000" b="1" i="0" u="none" strike="noStrike" cap="none">
              <a:solidFill>
                <a:srgbClr val="0094D3"/>
              </a:solidFill>
              <a:latin typeface="Inter"/>
              <a:ea typeface="Inter"/>
              <a:cs typeface="Inter"/>
              <a:sym typeface="Inter"/>
            </a:endParaRPr>
          </a:p>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C0C0C"/>
                </a:solidFill>
                <a:latin typeface="Inter"/>
                <a:ea typeface="Inter"/>
                <a:cs typeface="Inter"/>
                <a:sym typeface="Inter"/>
              </a:rPr>
              <a:t>imagen + texto</a:t>
            </a:r>
            <a:endParaRPr sz="3000" b="1" i="0" u="none" strike="noStrike" cap="none">
              <a:solidFill>
                <a:srgbClr val="0C0C0C"/>
              </a:solidFill>
              <a:latin typeface="Inter"/>
              <a:ea typeface="Inter"/>
              <a:cs typeface="Inter"/>
              <a:sym typeface="Inter"/>
            </a:endParaRPr>
          </a:p>
        </p:txBody>
      </p:sp>
      <p:sp>
        <p:nvSpPr>
          <p:cNvPr id="245" name="Google Shape;245;p12"/>
          <p:cNvSpPr txBox="1"/>
          <p:nvPr/>
        </p:nvSpPr>
        <p:spPr>
          <a:xfrm>
            <a:off x="717676" y="2851913"/>
            <a:ext cx="3272100" cy="46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595959"/>
                </a:solidFill>
                <a:latin typeface="Inter Medium"/>
                <a:ea typeface="Inter Medium"/>
                <a:cs typeface="Inter Medium"/>
                <a:sym typeface="Inter Medium"/>
              </a:rPr>
              <a:t>| Lorem ipsum dolor sit amet</a:t>
            </a:r>
            <a:endParaRPr sz="1400" b="0" i="0" u="none" strike="noStrike" cap="none">
              <a:solidFill>
                <a:srgbClr val="595959"/>
              </a:solidFill>
              <a:latin typeface="Inter Medium"/>
              <a:ea typeface="Inter Medium"/>
              <a:cs typeface="Inter Medium"/>
              <a:sym typeface="Inter Medium"/>
            </a:endParaRPr>
          </a:p>
        </p:txBody>
      </p:sp>
      <p:grpSp>
        <p:nvGrpSpPr>
          <p:cNvPr id="246" name="Google Shape;246;p12"/>
          <p:cNvGrpSpPr/>
          <p:nvPr/>
        </p:nvGrpSpPr>
        <p:grpSpPr>
          <a:xfrm>
            <a:off x="923897" y="631174"/>
            <a:ext cx="724578" cy="988845"/>
            <a:chOff x="764422" y="492149"/>
            <a:chExt cx="724578" cy="988845"/>
          </a:xfrm>
        </p:grpSpPr>
        <p:sp>
          <p:nvSpPr>
            <p:cNvPr id="247" name="Google Shape;247;p12"/>
            <p:cNvSpPr/>
            <p:nvPr/>
          </p:nvSpPr>
          <p:spPr>
            <a:xfrm rot="10800000" flipH="1">
              <a:off x="764422" y="1435994"/>
              <a:ext cx="498000" cy="45000"/>
            </a:xfrm>
            <a:prstGeom prst="rect">
              <a:avLst/>
            </a:prstGeom>
            <a:solidFill>
              <a:srgbClr val="BFBFBF"/>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12"/>
            <p:cNvSpPr/>
            <p:nvPr/>
          </p:nvSpPr>
          <p:spPr>
            <a:xfrm>
              <a:off x="764424" y="492149"/>
              <a:ext cx="724576" cy="798101"/>
            </a:xfrm>
            <a:custGeom>
              <a:avLst/>
              <a:gdLst/>
              <a:ahLst/>
              <a:cxnLst/>
              <a:rect l="l" t="t" r="r" b="b"/>
              <a:pathLst>
                <a:path w="1120" h="1189" extrusionOk="0">
                  <a:moveTo>
                    <a:pt x="1108" y="1023"/>
                  </a:moveTo>
                  <a:lnTo>
                    <a:pt x="1072" y="1023"/>
                  </a:lnTo>
                  <a:lnTo>
                    <a:pt x="1072" y="826"/>
                  </a:lnTo>
                  <a:lnTo>
                    <a:pt x="1072" y="826"/>
                  </a:lnTo>
                  <a:lnTo>
                    <a:pt x="1072" y="820"/>
                  </a:lnTo>
                  <a:lnTo>
                    <a:pt x="1066" y="809"/>
                  </a:lnTo>
                  <a:lnTo>
                    <a:pt x="1060" y="809"/>
                  </a:lnTo>
                  <a:lnTo>
                    <a:pt x="1049" y="803"/>
                  </a:lnTo>
                  <a:lnTo>
                    <a:pt x="1043" y="803"/>
                  </a:lnTo>
                  <a:lnTo>
                    <a:pt x="1043" y="511"/>
                  </a:lnTo>
                  <a:lnTo>
                    <a:pt x="1043" y="398"/>
                  </a:lnTo>
                  <a:lnTo>
                    <a:pt x="1043" y="279"/>
                  </a:lnTo>
                  <a:lnTo>
                    <a:pt x="1043" y="279"/>
                  </a:lnTo>
                  <a:lnTo>
                    <a:pt x="1043" y="250"/>
                  </a:lnTo>
                  <a:lnTo>
                    <a:pt x="1025" y="232"/>
                  </a:lnTo>
                  <a:lnTo>
                    <a:pt x="1001" y="214"/>
                  </a:lnTo>
                  <a:lnTo>
                    <a:pt x="971" y="208"/>
                  </a:lnTo>
                  <a:lnTo>
                    <a:pt x="947" y="208"/>
                  </a:lnTo>
                  <a:lnTo>
                    <a:pt x="947" y="125"/>
                  </a:lnTo>
                  <a:lnTo>
                    <a:pt x="947" y="125"/>
                  </a:lnTo>
                  <a:lnTo>
                    <a:pt x="941" y="113"/>
                  </a:lnTo>
                  <a:lnTo>
                    <a:pt x="929" y="113"/>
                  </a:lnTo>
                  <a:lnTo>
                    <a:pt x="923" y="113"/>
                  </a:lnTo>
                  <a:lnTo>
                    <a:pt x="923" y="83"/>
                  </a:lnTo>
                  <a:lnTo>
                    <a:pt x="941" y="83"/>
                  </a:lnTo>
                  <a:lnTo>
                    <a:pt x="941" y="83"/>
                  </a:lnTo>
                  <a:lnTo>
                    <a:pt x="947" y="77"/>
                  </a:lnTo>
                  <a:lnTo>
                    <a:pt x="947" y="54"/>
                  </a:lnTo>
                  <a:lnTo>
                    <a:pt x="947" y="54"/>
                  </a:lnTo>
                  <a:lnTo>
                    <a:pt x="941" y="48"/>
                  </a:lnTo>
                  <a:lnTo>
                    <a:pt x="911" y="48"/>
                  </a:lnTo>
                  <a:lnTo>
                    <a:pt x="911" y="6"/>
                  </a:lnTo>
                  <a:lnTo>
                    <a:pt x="911" y="6"/>
                  </a:lnTo>
                  <a:lnTo>
                    <a:pt x="906" y="0"/>
                  </a:lnTo>
                  <a:lnTo>
                    <a:pt x="852" y="0"/>
                  </a:lnTo>
                  <a:lnTo>
                    <a:pt x="852" y="0"/>
                  </a:lnTo>
                  <a:lnTo>
                    <a:pt x="846" y="6"/>
                  </a:lnTo>
                  <a:lnTo>
                    <a:pt x="846" y="48"/>
                  </a:lnTo>
                  <a:lnTo>
                    <a:pt x="816" y="48"/>
                  </a:lnTo>
                  <a:lnTo>
                    <a:pt x="816" y="48"/>
                  </a:lnTo>
                  <a:lnTo>
                    <a:pt x="810" y="54"/>
                  </a:lnTo>
                  <a:lnTo>
                    <a:pt x="810" y="77"/>
                  </a:lnTo>
                  <a:lnTo>
                    <a:pt x="810" y="77"/>
                  </a:lnTo>
                  <a:lnTo>
                    <a:pt x="816" y="83"/>
                  </a:lnTo>
                  <a:lnTo>
                    <a:pt x="834" y="83"/>
                  </a:lnTo>
                  <a:lnTo>
                    <a:pt x="834" y="113"/>
                  </a:lnTo>
                  <a:lnTo>
                    <a:pt x="822" y="113"/>
                  </a:lnTo>
                  <a:lnTo>
                    <a:pt x="822" y="113"/>
                  </a:lnTo>
                  <a:lnTo>
                    <a:pt x="816" y="113"/>
                  </a:lnTo>
                  <a:lnTo>
                    <a:pt x="810" y="125"/>
                  </a:lnTo>
                  <a:lnTo>
                    <a:pt x="810" y="297"/>
                  </a:lnTo>
                  <a:lnTo>
                    <a:pt x="786" y="297"/>
                  </a:lnTo>
                  <a:lnTo>
                    <a:pt x="786" y="297"/>
                  </a:lnTo>
                  <a:lnTo>
                    <a:pt x="763" y="303"/>
                  </a:lnTo>
                  <a:lnTo>
                    <a:pt x="739" y="315"/>
                  </a:lnTo>
                  <a:lnTo>
                    <a:pt x="721" y="339"/>
                  </a:lnTo>
                  <a:lnTo>
                    <a:pt x="709" y="363"/>
                  </a:lnTo>
                  <a:lnTo>
                    <a:pt x="709" y="363"/>
                  </a:lnTo>
                  <a:lnTo>
                    <a:pt x="709" y="369"/>
                  </a:lnTo>
                  <a:lnTo>
                    <a:pt x="709" y="369"/>
                  </a:lnTo>
                  <a:lnTo>
                    <a:pt x="709" y="380"/>
                  </a:lnTo>
                  <a:lnTo>
                    <a:pt x="709" y="921"/>
                  </a:lnTo>
                  <a:lnTo>
                    <a:pt x="709" y="921"/>
                  </a:lnTo>
                  <a:lnTo>
                    <a:pt x="703" y="939"/>
                  </a:lnTo>
                  <a:lnTo>
                    <a:pt x="697" y="957"/>
                  </a:lnTo>
                  <a:lnTo>
                    <a:pt x="679" y="963"/>
                  </a:lnTo>
                  <a:lnTo>
                    <a:pt x="661" y="969"/>
                  </a:lnTo>
                  <a:lnTo>
                    <a:pt x="631" y="969"/>
                  </a:lnTo>
                  <a:lnTo>
                    <a:pt x="631" y="202"/>
                  </a:lnTo>
                  <a:lnTo>
                    <a:pt x="631" y="202"/>
                  </a:lnTo>
                  <a:lnTo>
                    <a:pt x="631" y="184"/>
                  </a:lnTo>
                  <a:lnTo>
                    <a:pt x="620" y="166"/>
                  </a:lnTo>
                  <a:lnTo>
                    <a:pt x="602" y="161"/>
                  </a:lnTo>
                  <a:lnTo>
                    <a:pt x="590" y="155"/>
                  </a:lnTo>
                  <a:lnTo>
                    <a:pt x="560" y="155"/>
                  </a:lnTo>
                  <a:lnTo>
                    <a:pt x="560" y="155"/>
                  </a:lnTo>
                  <a:lnTo>
                    <a:pt x="542" y="161"/>
                  </a:lnTo>
                  <a:lnTo>
                    <a:pt x="524" y="166"/>
                  </a:lnTo>
                  <a:lnTo>
                    <a:pt x="518" y="184"/>
                  </a:lnTo>
                  <a:lnTo>
                    <a:pt x="512" y="202"/>
                  </a:lnTo>
                  <a:lnTo>
                    <a:pt x="512" y="333"/>
                  </a:lnTo>
                  <a:lnTo>
                    <a:pt x="489" y="333"/>
                  </a:lnTo>
                  <a:lnTo>
                    <a:pt x="489" y="333"/>
                  </a:lnTo>
                  <a:lnTo>
                    <a:pt x="465" y="339"/>
                  </a:lnTo>
                  <a:lnTo>
                    <a:pt x="441" y="351"/>
                  </a:lnTo>
                  <a:lnTo>
                    <a:pt x="423" y="375"/>
                  </a:lnTo>
                  <a:lnTo>
                    <a:pt x="417" y="404"/>
                  </a:lnTo>
                  <a:lnTo>
                    <a:pt x="417" y="476"/>
                  </a:lnTo>
                  <a:lnTo>
                    <a:pt x="417" y="476"/>
                  </a:lnTo>
                  <a:lnTo>
                    <a:pt x="399" y="470"/>
                  </a:lnTo>
                  <a:lnTo>
                    <a:pt x="375" y="464"/>
                  </a:lnTo>
                  <a:lnTo>
                    <a:pt x="250" y="464"/>
                  </a:lnTo>
                  <a:lnTo>
                    <a:pt x="250" y="464"/>
                  </a:lnTo>
                  <a:lnTo>
                    <a:pt x="220" y="470"/>
                  </a:lnTo>
                  <a:lnTo>
                    <a:pt x="197" y="487"/>
                  </a:lnTo>
                  <a:lnTo>
                    <a:pt x="185" y="511"/>
                  </a:lnTo>
                  <a:lnTo>
                    <a:pt x="179" y="535"/>
                  </a:lnTo>
                  <a:lnTo>
                    <a:pt x="179" y="577"/>
                  </a:lnTo>
                  <a:lnTo>
                    <a:pt x="149" y="577"/>
                  </a:lnTo>
                  <a:lnTo>
                    <a:pt x="149" y="577"/>
                  </a:lnTo>
                  <a:lnTo>
                    <a:pt x="125" y="577"/>
                  </a:lnTo>
                  <a:lnTo>
                    <a:pt x="107" y="583"/>
                  </a:lnTo>
                  <a:lnTo>
                    <a:pt x="89" y="595"/>
                  </a:lnTo>
                  <a:lnTo>
                    <a:pt x="77" y="606"/>
                  </a:lnTo>
                  <a:lnTo>
                    <a:pt x="66" y="618"/>
                  </a:lnTo>
                  <a:lnTo>
                    <a:pt x="54" y="636"/>
                  </a:lnTo>
                  <a:lnTo>
                    <a:pt x="48" y="654"/>
                  </a:lnTo>
                  <a:lnTo>
                    <a:pt x="48" y="678"/>
                  </a:lnTo>
                  <a:lnTo>
                    <a:pt x="48" y="1023"/>
                  </a:lnTo>
                  <a:lnTo>
                    <a:pt x="12" y="1023"/>
                  </a:lnTo>
                  <a:lnTo>
                    <a:pt x="12" y="1023"/>
                  </a:lnTo>
                  <a:lnTo>
                    <a:pt x="6" y="1028"/>
                  </a:lnTo>
                  <a:lnTo>
                    <a:pt x="0" y="1040"/>
                  </a:lnTo>
                  <a:lnTo>
                    <a:pt x="0" y="1189"/>
                  </a:lnTo>
                  <a:lnTo>
                    <a:pt x="1120" y="1189"/>
                  </a:lnTo>
                  <a:lnTo>
                    <a:pt x="1120" y="1040"/>
                  </a:lnTo>
                  <a:lnTo>
                    <a:pt x="1120" y="1040"/>
                  </a:lnTo>
                  <a:lnTo>
                    <a:pt x="1114" y="1028"/>
                  </a:lnTo>
                  <a:lnTo>
                    <a:pt x="1108" y="1023"/>
                  </a:lnTo>
                  <a:lnTo>
                    <a:pt x="1108" y="1023"/>
                  </a:lnTo>
                  <a:close/>
                  <a:moveTo>
                    <a:pt x="1013" y="452"/>
                  </a:moveTo>
                  <a:lnTo>
                    <a:pt x="1013" y="452"/>
                  </a:lnTo>
                  <a:lnTo>
                    <a:pt x="995" y="440"/>
                  </a:lnTo>
                  <a:lnTo>
                    <a:pt x="971" y="434"/>
                  </a:lnTo>
                  <a:lnTo>
                    <a:pt x="947" y="434"/>
                  </a:lnTo>
                  <a:lnTo>
                    <a:pt x="947" y="357"/>
                  </a:lnTo>
                  <a:lnTo>
                    <a:pt x="971" y="357"/>
                  </a:lnTo>
                  <a:lnTo>
                    <a:pt x="971" y="357"/>
                  </a:lnTo>
                  <a:lnTo>
                    <a:pt x="989" y="357"/>
                  </a:lnTo>
                  <a:lnTo>
                    <a:pt x="1001" y="369"/>
                  </a:lnTo>
                  <a:lnTo>
                    <a:pt x="1013" y="380"/>
                  </a:lnTo>
                  <a:lnTo>
                    <a:pt x="1013" y="398"/>
                  </a:lnTo>
                  <a:lnTo>
                    <a:pt x="1013" y="452"/>
                  </a:lnTo>
                  <a:close/>
                  <a:moveTo>
                    <a:pt x="947" y="803"/>
                  </a:moveTo>
                  <a:lnTo>
                    <a:pt x="947" y="470"/>
                  </a:lnTo>
                  <a:lnTo>
                    <a:pt x="971" y="470"/>
                  </a:lnTo>
                  <a:lnTo>
                    <a:pt x="971" y="470"/>
                  </a:lnTo>
                  <a:lnTo>
                    <a:pt x="989" y="470"/>
                  </a:lnTo>
                  <a:lnTo>
                    <a:pt x="1001" y="482"/>
                  </a:lnTo>
                  <a:lnTo>
                    <a:pt x="1013" y="493"/>
                  </a:lnTo>
                  <a:lnTo>
                    <a:pt x="1013" y="511"/>
                  </a:lnTo>
                  <a:lnTo>
                    <a:pt x="1013" y="803"/>
                  </a:lnTo>
                  <a:lnTo>
                    <a:pt x="947" y="803"/>
                  </a:lnTo>
                  <a:close/>
                  <a:moveTo>
                    <a:pt x="971" y="238"/>
                  </a:moveTo>
                  <a:lnTo>
                    <a:pt x="971" y="238"/>
                  </a:lnTo>
                  <a:lnTo>
                    <a:pt x="989" y="244"/>
                  </a:lnTo>
                  <a:lnTo>
                    <a:pt x="1001" y="250"/>
                  </a:lnTo>
                  <a:lnTo>
                    <a:pt x="1013" y="268"/>
                  </a:lnTo>
                  <a:lnTo>
                    <a:pt x="1013" y="279"/>
                  </a:lnTo>
                  <a:lnTo>
                    <a:pt x="1013" y="339"/>
                  </a:lnTo>
                  <a:lnTo>
                    <a:pt x="1013" y="339"/>
                  </a:lnTo>
                  <a:lnTo>
                    <a:pt x="995" y="327"/>
                  </a:lnTo>
                  <a:lnTo>
                    <a:pt x="971" y="321"/>
                  </a:lnTo>
                  <a:lnTo>
                    <a:pt x="947" y="321"/>
                  </a:lnTo>
                  <a:lnTo>
                    <a:pt x="947" y="238"/>
                  </a:lnTo>
                  <a:lnTo>
                    <a:pt x="971" y="238"/>
                  </a:lnTo>
                  <a:close/>
                  <a:moveTo>
                    <a:pt x="661" y="999"/>
                  </a:moveTo>
                  <a:lnTo>
                    <a:pt x="661" y="999"/>
                  </a:lnTo>
                  <a:lnTo>
                    <a:pt x="691" y="993"/>
                  </a:lnTo>
                  <a:lnTo>
                    <a:pt x="715" y="981"/>
                  </a:lnTo>
                  <a:lnTo>
                    <a:pt x="733" y="957"/>
                  </a:lnTo>
                  <a:lnTo>
                    <a:pt x="739" y="927"/>
                  </a:lnTo>
                  <a:lnTo>
                    <a:pt x="739" y="927"/>
                  </a:lnTo>
                  <a:lnTo>
                    <a:pt x="739" y="921"/>
                  </a:lnTo>
                  <a:lnTo>
                    <a:pt x="739" y="921"/>
                  </a:lnTo>
                  <a:lnTo>
                    <a:pt x="739" y="921"/>
                  </a:lnTo>
                  <a:lnTo>
                    <a:pt x="739" y="369"/>
                  </a:lnTo>
                  <a:lnTo>
                    <a:pt x="739" y="369"/>
                  </a:lnTo>
                  <a:lnTo>
                    <a:pt x="745" y="357"/>
                  </a:lnTo>
                  <a:lnTo>
                    <a:pt x="757" y="345"/>
                  </a:lnTo>
                  <a:lnTo>
                    <a:pt x="774" y="333"/>
                  </a:lnTo>
                  <a:lnTo>
                    <a:pt x="786" y="333"/>
                  </a:lnTo>
                  <a:lnTo>
                    <a:pt x="810" y="333"/>
                  </a:lnTo>
                  <a:lnTo>
                    <a:pt x="810" y="803"/>
                  </a:lnTo>
                  <a:lnTo>
                    <a:pt x="792" y="803"/>
                  </a:lnTo>
                  <a:lnTo>
                    <a:pt x="792" y="803"/>
                  </a:lnTo>
                  <a:lnTo>
                    <a:pt x="780" y="809"/>
                  </a:lnTo>
                  <a:lnTo>
                    <a:pt x="774" y="809"/>
                  </a:lnTo>
                  <a:lnTo>
                    <a:pt x="769" y="820"/>
                  </a:lnTo>
                  <a:lnTo>
                    <a:pt x="769" y="826"/>
                  </a:lnTo>
                  <a:lnTo>
                    <a:pt x="769" y="1023"/>
                  </a:lnTo>
                  <a:lnTo>
                    <a:pt x="631" y="1023"/>
                  </a:lnTo>
                  <a:lnTo>
                    <a:pt x="631" y="999"/>
                  </a:lnTo>
                  <a:lnTo>
                    <a:pt x="661" y="999"/>
                  </a:lnTo>
                  <a:close/>
                  <a:moveTo>
                    <a:pt x="447" y="517"/>
                  </a:moveTo>
                  <a:lnTo>
                    <a:pt x="447" y="517"/>
                  </a:lnTo>
                  <a:lnTo>
                    <a:pt x="453" y="505"/>
                  </a:lnTo>
                  <a:lnTo>
                    <a:pt x="459" y="487"/>
                  </a:lnTo>
                  <a:lnTo>
                    <a:pt x="477" y="482"/>
                  </a:lnTo>
                  <a:lnTo>
                    <a:pt x="489" y="476"/>
                  </a:lnTo>
                  <a:lnTo>
                    <a:pt x="512" y="476"/>
                  </a:lnTo>
                  <a:lnTo>
                    <a:pt x="512" y="559"/>
                  </a:lnTo>
                  <a:lnTo>
                    <a:pt x="489" y="559"/>
                  </a:lnTo>
                  <a:lnTo>
                    <a:pt x="489" y="559"/>
                  </a:lnTo>
                  <a:lnTo>
                    <a:pt x="471" y="565"/>
                  </a:lnTo>
                  <a:lnTo>
                    <a:pt x="447" y="571"/>
                  </a:lnTo>
                  <a:lnTo>
                    <a:pt x="447" y="535"/>
                  </a:lnTo>
                  <a:lnTo>
                    <a:pt x="447" y="517"/>
                  </a:lnTo>
                  <a:close/>
                  <a:moveTo>
                    <a:pt x="512" y="696"/>
                  </a:moveTo>
                  <a:lnTo>
                    <a:pt x="489" y="696"/>
                  </a:lnTo>
                  <a:lnTo>
                    <a:pt x="489" y="696"/>
                  </a:lnTo>
                  <a:lnTo>
                    <a:pt x="471" y="702"/>
                  </a:lnTo>
                  <a:lnTo>
                    <a:pt x="447" y="707"/>
                  </a:lnTo>
                  <a:lnTo>
                    <a:pt x="447" y="630"/>
                  </a:lnTo>
                  <a:lnTo>
                    <a:pt x="447" y="630"/>
                  </a:lnTo>
                  <a:lnTo>
                    <a:pt x="453" y="618"/>
                  </a:lnTo>
                  <a:lnTo>
                    <a:pt x="459" y="600"/>
                  </a:lnTo>
                  <a:lnTo>
                    <a:pt x="477" y="595"/>
                  </a:lnTo>
                  <a:lnTo>
                    <a:pt x="489" y="589"/>
                  </a:lnTo>
                  <a:lnTo>
                    <a:pt x="512" y="589"/>
                  </a:lnTo>
                  <a:lnTo>
                    <a:pt x="512" y="696"/>
                  </a:lnTo>
                  <a:close/>
                  <a:moveTo>
                    <a:pt x="447" y="767"/>
                  </a:moveTo>
                  <a:lnTo>
                    <a:pt x="447" y="767"/>
                  </a:lnTo>
                  <a:lnTo>
                    <a:pt x="453" y="755"/>
                  </a:lnTo>
                  <a:lnTo>
                    <a:pt x="459" y="737"/>
                  </a:lnTo>
                  <a:lnTo>
                    <a:pt x="477" y="731"/>
                  </a:lnTo>
                  <a:lnTo>
                    <a:pt x="489" y="725"/>
                  </a:lnTo>
                  <a:lnTo>
                    <a:pt x="512" y="725"/>
                  </a:lnTo>
                  <a:lnTo>
                    <a:pt x="512" y="1023"/>
                  </a:lnTo>
                  <a:lnTo>
                    <a:pt x="447" y="1023"/>
                  </a:lnTo>
                  <a:lnTo>
                    <a:pt x="447" y="767"/>
                  </a:lnTo>
                  <a:close/>
                  <a:moveTo>
                    <a:pt x="489" y="363"/>
                  </a:moveTo>
                  <a:lnTo>
                    <a:pt x="512" y="363"/>
                  </a:lnTo>
                  <a:lnTo>
                    <a:pt x="512" y="446"/>
                  </a:lnTo>
                  <a:lnTo>
                    <a:pt x="489" y="446"/>
                  </a:lnTo>
                  <a:lnTo>
                    <a:pt x="489" y="446"/>
                  </a:lnTo>
                  <a:lnTo>
                    <a:pt x="471" y="452"/>
                  </a:lnTo>
                  <a:lnTo>
                    <a:pt x="447" y="458"/>
                  </a:lnTo>
                  <a:lnTo>
                    <a:pt x="447" y="404"/>
                  </a:lnTo>
                  <a:lnTo>
                    <a:pt x="447" y="404"/>
                  </a:lnTo>
                  <a:lnTo>
                    <a:pt x="453" y="386"/>
                  </a:lnTo>
                  <a:lnTo>
                    <a:pt x="459" y="375"/>
                  </a:lnTo>
                  <a:lnTo>
                    <a:pt x="477" y="369"/>
                  </a:lnTo>
                  <a:lnTo>
                    <a:pt x="489" y="363"/>
                  </a:lnTo>
                  <a:lnTo>
                    <a:pt x="489" y="363"/>
                  </a:lnTo>
                  <a:close/>
                  <a:moveTo>
                    <a:pt x="209" y="535"/>
                  </a:moveTo>
                  <a:lnTo>
                    <a:pt x="209" y="535"/>
                  </a:lnTo>
                  <a:lnTo>
                    <a:pt x="214" y="523"/>
                  </a:lnTo>
                  <a:lnTo>
                    <a:pt x="220" y="505"/>
                  </a:lnTo>
                  <a:lnTo>
                    <a:pt x="232" y="499"/>
                  </a:lnTo>
                  <a:lnTo>
                    <a:pt x="250" y="493"/>
                  </a:lnTo>
                  <a:lnTo>
                    <a:pt x="375" y="493"/>
                  </a:lnTo>
                  <a:lnTo>
                    <a:pt x="375" y="493"/>
                  </a:lnTo>
                  <a:lnTo>
                    <a:pt x="393" y="499"/>
                  </a:lnTo>
                  <a:lnTo>
                    <a:pt x="405" y="505"/>
                  </a:lnTo>
                  <a:lnTo>
                    <a:pt x="417" y="523"/>
                  </a:lnTo>
                  <a:lnTo>
                    <a:pt x="417" y="535"/>
                  </a:lnTo>
                  <a:lnTo>
                    <a:pt x="417" y="630"/>
                  </a:lnTo>
                  <a:lnTo>
                    <a:pt x="417" y="767"/>
                  </a:lnTo>
                  <a:lnTo>
                    <a:pt x="417" y="1023"/>
                  </a:lnTo>
                  <a:lnTo>
                    <a:pt x="340" y="1023"/>
                  </a:lnTo>
                  <a:lnTo>
                    <a:pt x="340" y="678"/>
                  </a:lnTo>
                  <a:lnTo>
                    <a:pt x="340" y="678"/>
                  </a:lnTo>
                  <a:lnTo>
                    <a:pt x="340" y="654"/>
                  </a:lnTo>
                  <a:lnTo>
                    <a:pt x="334" y="636"/>
                  </a:lnTo>
                  <a:lnTo>
                    <a:pt x="322" y="618"/>
                  </a:lnTo>
                  <a:lnTo>
                    <a:pt x="310" y="606"/>
                  </a:lnTo>
                  <a:lnTo>
                    <a:pt x="292" y="595"/>
                  </a:lnTo>
                  <a:lnTo>
                    <a:pt x="274" y="583"/>
                  </a:lnTo>
                  <a:lnTo>
                    <a:pt x="256" y="577"/>
                  </a:lnTo>
                  <a:lnTo>
                    <a:pt x="238" y="577"/>
                  </a:lnTo>
                  <a:lnTo>
                    <a:pt x="209" y="577"/>
                  </a:lnTo>
                  <a:lnTo>
                    <a:pt x="209" y="535"/>
                  </a:lnTo>
                  <a:close/>
                </a:path>
              </a:pathLst>
            </a:custGeom>
            <a:solidFill>
              <a:srgbClr val="D8D8D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7" name="Marcador de posición de imagen 6" descr="Imagen que contiene hombre, grúa, camioneta, parado&#10;&#10;Descripción generada automáticamente">
            <a:extLst>
              <a:ext uri="{FF2B5EF4-FFF2-40B4-BE49-F238E27FC236}">
                <a16:creationId xmlns:a16="http://schemas.microsoft.com/office/drawing/2014/main" id="{6E954DD6-813F-4CE2-82D2-577672CFF77C}"/>
              </a:ext>
            </a:extLst>
          </p:cNvPr>
          <p:cNvPicPr>
            <a:picLocks noGrp="1" noChangeAspect="1"/>
          </p:cNvPicPr>
          <p:nvPr>
            <p:ph type="pic" idx="2"/>
          </p:nvPr>
        </p:nvPicPr>
        <p:blipFill>
          <a:blip r:embed="rId3"/>
          <a:srcRect l="12122" r="12122"/>
          <a:stretch>
            <a:fillRect/>
          </a:stretch>
        </p:blipFill>
        <p:spPr/>
      </p:pic>
      <p:pic>
        <p:nvPicPr>
          <p:cNvPr id="11" name="Marcador de posición de imagen 10" descr="Imagen que contiene edificio, objeto, interior, tren&#10;&#10;Descripción generada automáticamente">
            <a:extLst>
              <a:ext uri="{FF2B5EF4-FFF2-40B4-BE49-F238E27FC236}">
                <a16:creationId xmlns:a16="http://schemas.microsoft.com/office/drawing/2014/main" id="{D3751ACF-2251-4581-A23B-90733EC2F3CC}"/>
              </a:ext>
            </a:extLst>
          </p:cNvPr>
          <p:cNvPicPr>
            <a:picLocks noGrp="1" noChangeAspect="1"/>
          </p:cNvPicPr>
          <p:nvPr>
            <p:ph type="pic" idx="3"/>
          </p:nvPr>
        </p:nvPicPr>
        <p:blipFill>
          <a:blip r:embed="rId4"/>
          <a:srcRect t="5027" b="5027"/>
          <a:stretch>
            <a:fillRect/>
          </a:stretch>
        </p:blip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7" name="Round Same Side Corner Rectangle 50">
            <a:extLst>
              <a:ext uri="{FF2B5EF4-FFF2-40B4-BE49-F238E27FC236}">
                <a16:creationId xmlns:a16="http://schemas.microsoft.com/office/drawing/2014/main" id="{B3E33DDB-BF96-4610-BE2B-1A25BF49F47D}"/>
              </a:ext>
            </a:extLst>
          </p:cNvPr>
          <p:cNvSpPr/>
          <p:nvPr/>
        </p:nvSpPr>
        <p:spPr>
          <a:xfrm rot="10800000">
            <a:off x="734541" y="1484380"/>
            <a:ext cx="515353" cy="307778"/>
          </a:xfrm>
          <a:prstGeom prst="round2SameRect">
            <a:avLst>
              <a:gd name="adj1" fmla="val 36843"/>
              <a:gd name="adj2" fmla="val 0"/>
            </a:avLst>
          </a:prstGeom>
          <a:solidFill>
            <a:srgbClr val="01EABF"/>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2000" b="0" i="0" u="none" strike="noStrike" kern="0" cap="none" spc="0" normalizeH="0" baseline="0" noProof="0">
              <a:ln>
                <a:noFill/>
              </a:ln>
              <a:solidFill>
                <a:srgbClr val="FFFFFF"/>
              </a:solidFill>
              <a:effectLst/>
              <a:uLnTx/>
              <a:uFillTx/>
              <a:latin typeface="Arial"/>
              <a:ea typeface="+mn-ea"/>
              <a:cs typeface="+mn-cs"/>
            </a:endParaRPr>
          </a:p>
        </p:txBody>
      </p:sp>
      <p:sp>
        <p:nvSpPr>
          <p:cNvPr id="38" name="CuadroTexto 6">
            <a:extLst>
              <a:ext uri="{FF2B5EF4-FFF2-40B4-BE49-F238E27FC236}">
                <a16:creationId xmlns:a16="http://schemas.microsoft.com/office/drawing/2014/main" id="{AC329900-BE9A-4237-A7BD-08BC8882BEBF}"/>
              </a:ext>
            </a:extLst>
          </p:cNvPr>
          <p:cNvSpPr txBox="1"/>
          <p:nvPr/>
        </p:nvSpPr>
        <p:spPr>
          <a:xfrm>
            <a:off x="781352" y="1484380"/>
            <a:ext cx="42840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600" b="1" i="0" u="none" strike="noStrike" kern="1200" cap="none" spc="0" normalizeH="0" baseline="0" noProof="0" dirty="0">
                <a:ln>
                  <a:noFill/>
                </a:ln>
                <a:solidFill>
                  <a:srgbClr val="000000"/>
                </a:solidFill>
                <a:effectLst/>
                <a:uLnTx/>
                <a:uFillTx/>
                <a:latin typeface="HelveticaNeue" panose="00000400000000000000" pitchFamily="2" charset="0"/>
                <a:ea typeface="+mn-ea"/>
                <a:cs typeface="Arial" panose="020B0604020202020204" pitchFamily="34" charset="0"/>
              </a:rPr>
              <a:t>01</a:t>
            </a:r>
          </a:p>
        </p:txBody>
      </p:sp>
      <p:sp>
        <p:nvSpPr>
          <p:cNvPr id="39" name="Round Same Side Corner Rectangle 32">
            <a:extLst>
              <a:ext uri="{FF2B5EF4-FFF2-40B4-BE49-F238E27FC236}">
                <a16:creationId xmlns:a16="http://schemas.microsoft.com/office/drawing/2014/main" id="{69810445-725F-462F-8A9C-0795880C9EE5}"/>
              </a:ext>
            </a:extLst>
          </p:cNvPr>
          <p:cNvSpPr/>
          <p:nvPr/>
        </p:nvSpPr>
        <p:spPr>
          <a:xfrm rot="10800000">
            <a:off x="4186641" y="1484380"/>
            <a:ext cx="515353" cy="307778"/>
          </a:xfrm>
          <a:prstGeom prst="round2SameRect">
            <a:avLst>
              <a:gd name="adj1" fmla="val 36843"/>
              <a:gd name="adj2" fmla="val 0"/>
            </a:avLst>
          </a:prstGeom>
          <a:solidFill>
            <a:srgbClr val="03BFFE"/>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2000" b="0" i="0" u="none" strike="noStrike" kern="0" cap="none" spc="0" normalizeH="0" baseline="0" noProof="0">
              <a:ln>
                <a:noFill/>
              </a:ln>
              <a:solidFill>
                <a:srgbClr val="FFFFFF"/>
              </a:solidFill>
              <a:effectLst/>
              <a:uLnTx/>
              <a:uFillTx/>
              <a:latin typeface="Arial"/>
              <a:ea typeface="+mn-ea"/>
              <a:cs typeface="+mn-cs"/>
            </a:endParaRPr>
          </a:p>
        </p:txBody>
      </p:sp>
      <p:sp>
        <p:nvSpPr>
          <p:cNvPr id="40" name="CuadroTexto 6">
            <a:extLst>
              <a:ext uri="{FF2B5EF4-FFF2-40B4-BE49-F238E27FC236}">
                <a16:creationId xmlns:a16="http://schemas.microsoft.com/office/drawing/2014/main" id="{780ACBC4-7667-4D85-8081-46904E4AE655}"/>
              </a:ext>
            </a:extLst>
          </p:cNvPr>
          <p:cNvSpPr txBox="1"/>
          <p:nvPr/>
        </p:nvSpPr>
        <p:spPr>
          <a:xfrm>
            <a:off x="4233452" y="1484380"/>
            <a:ext cx="42840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600" b="1" i="0" u="none" strike="noStrike" kern="1200" cap="none" spc="0" normalizeH="0" baseline="0" noProof="0" dirty="0">
                <a:ln>
                  <a:noFill/>
                </a:ln>
                <a:solidFill>
                  <a:srgbClr val="000000"/>
                </a:solidFill>
                <a:effectLst/>
                <a:uLnTx/>
                <a:uFillTx/>
                <a:latin typeface="HelveticaNeue" panose="00000400000000000000" pitchFamily="2" charset="0"/>
                <a:ea typeface="+mn-ea"/>
                <a:cs typeface="Arial" panose="020B0604020202020204" pitchFamily="34" charset="0"/>
              </a:rPr>
              <a:t>02</a:t>
            </a:r>
          </a:p>
        </p:txBody>
      </p:sp>
      <p:sp>
        <p:nvSpPr>
          <p:cNvPr id="41" name="Round Same Side Corner Rectangle 35">
            <a:extLst>
              <a:ext uri="{FF2B5EF4-FFF2-40B4-BE49-F238E27FC236}">
                <a16:creationId xmlns:a16="http://schemas.microsoft.com/office/drawing/2014/main" id="{FD9897DD-81CE-4592-825D-6FAE11E05929}"/>
              </a:ext>
            </a:extLst>
          </p:cNvPr>
          <p:cNvSpPr/>
          <p:nvPr/>
        </p:nvSpPr>
        <p:spPr>
          <a:xfrm rot="10800000">
            <a:off x="7992214" y="1484380"/>
            <a:ext cx="515353" cy="307778"/>
          </a:xfrm>
          <a:prstGeom prst="round2SameRect">
            <a:avLst>
              <a:gd name="adj1" fmla="val 36843"/>
              <a:gd name="adj2" fmla="val 0"/>
            </a:avLst>
          </a:prstGeom>
          <a:solidFill>
            <a:srgbClr val="01EABF"/>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2000" b="0" i="0" u="none" strike="noStrike" kern="0" cap="none" spc="0" normalizeH="0" baseline="0" noProof="0">
              <a:ln>
                <a:noFill/>
              </a:ln>
              <a:solidFill>
                <a:srgbClr val="FFFFFF"/>
              </a:solidFill>
              <a:effectLst/>
              <a:uLnTx/>
              <a:uFillTx/>
              <a:latin typeface="Arial"/>
              <a:ea typeface="+mn-ea"/>
              <a:cs typeface="+mn-cs"/>
            </a:endParaRPr>
          </a:p>
        </p:txBody>
      </p:sp>
      <p:sp>
        <p:nvSpPr>
          <p:cNvPr id="42" name="CuadroTexto 6">
            <a:extLst>
              <a:ext uri="{FF2B5EF4-FFF2-40B4-BE49-F238E27FC236}">
                <a16:creationId xmlns:a16="http://schemas.microsoft.com/office/drawing/2014/main" id="{7746DD31-BC99-4F37-8021-05131997DB7D}"/>
              </a:ext>
            </a:extLst>
          </p:cNvPr>
          <p:cNvSpPr txBox="1"/>
          <p:nvPr/>
        </p:nvSpPr>
        <p:spPr>
          <a:xfrm>
            <a:off x="8039025" y="1484380"/>
            <a:ext cx="42840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600" b="1" i="0" u="none" strike="noStrike" kern="1200" cap="none" spc="0" normalizeH="0" baseline="0" noProof="0" dirty="0">
                <a:ln>
                  <a:noFill/>
                </a:ln>
                <a:solidFill>
                  <a:srgbClr val="000000"/>
                </a:solidFill>
                <a:effectLst/>
                <a:uLnTx/>
                <a:uFillTx/>
                <a:latin typeface="HelveticaNeue" panose="00000400000000000000" pitchFamily="2" charset="0"/>
                <a:ea typeface="+mn-ea"/>
                <a:cs typeface="Arial" panose="020B0604020202020204" pitchFamily="34" charset="0"/>
              </a:rPr>
              <a:t>03</a:t>
            </a:r>
          </a:p>
        </p:txBody>
      </p:sp>
      <p:sp>
        <p:nvSpPr>
          <p:cNvPr id="43" name="Round Same Side Corner Rectangle 39">
            <a:extLst>
              <a:ext uri="{FF2B5EF4-FFF2-40B4-BE49-F238E27FC236}">
                <a16:creationId xmlns:a16="http://schemas.microsoft.com/office/drawing/2014/main" id="{A220256C-56C5-48A0-B909-D7530A256680}"/>
              </a:ext>
            </a:extLst>
          </p:cNvPr>
          <p:cNvSpPr/>
          <p:nvPr/>
        </p:nvSpPr>
        <p:spPr>
          <a:xfrm rot="10800000">
            <a:off x="734541" y="3187887"/>
            <a:ext cx="515353" cy="307778"/>
          </a:xfrm>
          <a:prstGeom prst="round2SameRect">
            <a:avLst>
              <a:gd name="adj1" fmla="val 36843"/>
              <a:gd name="adj2" fmla="val 0"/>
            </a:avLst>
          </a:prstGeom>
          <a:solidFill>
            <a:srgbClr val="03BFFE"/>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2000" b="0" i="0" u="none" strike="noStrike" kern="0" cap="none" spc="0" normalizeH="0" baseline="0" noProof="0">
              <a:ln>
                <a:noFill/>
              </a:ln>
              <a:solidFill>
                <a:srgbClr val="FFFFFF"/>
              </a:solidFill>
              <a:effectLst/>
              <a:uLnTx/>
              <a:uFillTx/>
              <a:latin typeface="Arial"/>
              <a:ea typeface="+mn-ea"/>
              <a:cs typeface="+mn-cs"/>
            </a:endParaRPr>
          </a:p>
        </p:txBody>
      </p:sp>
      <p:sp>
        <p:nvSpPr>
          <p:cNvPr id="44" name="CuadroTexto 6">
            <a:extLst>
              <a:ext uri="{FF2B5EF4-FFF2-40B4-BE49-F238E27FC236}">
                <a16:creationId xmlns:a16="http://schemas.microsoft.com/office/drawing/2014/main" id="{9931DCE6-A06C-4AE3-A38B-D82C2A6BFD38}"/>
              </a:ext>
            </a:extLst>
          </p:cNvPr>
          <p:cNvSpPr txBox="1"/>
          <p:nvPr/>
        </p:nvSpPr>
        <p:spPr>
          <a:xfrm>
            <a:off x="781352" y="3187887"/>
            <a:ext cx="42840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600" b="1" i="0" u="none" strike="noStrike" kern="1200" cap="none" spc="0" normalizeH="0" baseline="0" noProof="0" dirty="0">
                <a:ln>
                  <a:noFill/>
                </a:ln>
                <a:solidFill>
                  <a:srgbClr val="000000"/>
                </a:solidFill>
                <a:effectLst/>
                <a:uLnTx/>
                <a:uFillTx/>
                <a:latin typeface="HelveticaNeue" panose="00000400000000000000" pitchFamily="2" charset="0"/>
                <a:ea typeface="+mn-ea"/>
                <a:cs typeface="Arial" panose="020B0604020202020204" pitchFamily="34" charset="0"/>
              </a:rPr>
              <a:t>04</a:t>
            </a:r>
          </a:p>
        </p:txBody>
      </p:sp>
      <p:sp>
        <p:nvSpPr>
          <p:cNvPr id="45" name="Round Same Side Corner Rectangle 41">
            <a:extLst>
              <a:ext uri="{FF2B5EF4-FFF2-40B4-BE49-F238E27FC236}">
                <a16:creationId xmlns:a16="http://schemas.microsoft.com/office/drawing/2014/main" id="{7DFE6E48-5DA0-4922-94AF-A3145B7F7240}"/>
              </a:ext>
            </a:extLst>
          </p:cNvPr>
          <p:cNvSpPr/>
          <p:nvPr/>
        </p:nvSpPr>
        <p:spPr>
          <a:xfrm rot="10800000">
            <a:off x="4186641" y="3187887"/>
            <a:ext cx="515353" cy="307778"/>
          </a:xfrm>
          <a:prstGeom prst="round2SameRect">
            <a:avLst>
              <a:gd name="adj1" fmla="val 36843"/>
              <a:gd name="adj2" fmla="val 0"/>
            </a:avLst>
          </a:prstGeom>
          <a:solidFill>
            <a:srgbClr val="01EABF"/>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2000" b="0" i="0" u="none" strike="noStrike" kern="0" cap="none" spc="0" normalizeH="0" baseline="0" noProof="0">
              <a:ln>
                <a:noFill/>
              </a:ln>
              <a:solidFill>
                <a:srgbClr val="FFFFFF"/>
              </a:solidFill>
              <a:effectLst/>
              <a:uLnTx/>
              <a:uFillTx/>
              <a:latin typeface="Arial"/>
              <a:ea typeface="+mn-ea"/>
              <a:cs typeface="+mn-cs"/>
            </a:endParaRPr>
          </a:p>
        </p:txBody>
      </p:sp>
      <p:sp>
        <p:nvSpPr>
          <p:cNvPr id="46" name="CuadroTexto 6">
            <a:extLst>
              <a:ext uri="{FF2B5EF4-FFF2-40B4-BE49-F238E27FC236}">
                <a16:creationId xmlns:a16="http://schemas.microsoft.com/office/drawing/2014/main" id="{AB1F7CFD-127F-4623-A12F-C25549890999}"/>
              </a:ext>
            </a:extLst>
          </p:cNvPr>
          <p:cNvSpPr txBox="1"/>
          <p:nvPr/>
        </p:nvSpPr>
        <p:spPr>
          <a:xfrm>
            <a:off x="4233452" y="3187887"/>
            <a:ext cx="42840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600" b="1" i="0" u="none" strike="noStrike" kern="1200" cap="none" spc="0" normalizeH="0" baseline="0" noProof="0" dirty="0">
                <a:ln>
                  <a:noFill/>
                </a:ln>
                <a:solidFill>
                  <a:srgbClr val="000000"/>
                </a:solidFill>
                <a:effectLst/>
                <a:uLnTx/>
                <a:uFillTx/>
                <a:latin typeface="HelveticaNeue" panose="00000400000000000000" pitchFamily="2" charset="0"/>
                <a:ea typeface="+mn-ea"/>
                <a:cs typeface="Arial" panose="020B0604020202020204" pitchFamily="34" charset="0"/>
              </a:rPr>
              <a:t>05</a:t>
            </a:r>
          </a:p>
        </p:txBody>
      </p:sp>
      <p:sp>
        <p:nvSpPr>
          <p:cNvPr id="47" name="Round Same Side Corner Rectangle 43">
            <a:extLst>
              <a:ext uri="{FF2B5EF4-FFF2-40B4-BE49-F238E27FC236}">
                <a16:creationId xmlns:a16="http://schemas.microsoft.com/office/drawing/2014/main" id="{DEC8760F-FD96-4FED-91C9-09DD94560723}"/>
              </a:ext>
            </a:extLst>
          </p:cNvPr>
          <p:cNvSpPr/>
          <p:nvPr/>
        </p:nvSpPr>
        <p:spPr>
          <a:xfrm rot="10800000">
            <a:off x="7992214" y="3187887"/>
            <a:ext cx="515353" cy="307778"/>
          </a:xfrm>
          <a:prstGeom prst="round2SameRect">
            <a:avLst>
              <a:gd name="adj1" fmla="val 36843"/>
              <a:gd name="adj2" fmla="val 0"/>
            </a:avLst>
          </a:prstGeom>
          <a:solidFill>
            <a:srgbClr val="03BFFE"/>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2000" b="0" i="0" u="none" strike="noStrike" kern="0" cap="none" spc="0" normalizeH="0" baseline="0" noProof="0">
              <a:ln>
                <a:noFill/>
              </a:ln>
              <a:solidFill>
                <a:srgbClr val="FFFFFF"/>
              </a:solidFill>
              <a:effectLst/>
              <a:uLnTx/>
              <a:uFillTx/>
              <a:latin typeface="Arial"/>
              <a:ea typeface="+mn-ea"/>
              <a:cs typeface="+mn-cs"/>
            </a:endParaRPr>
          </a:p>
        </p:txBody>
      </p:sp>
      <p:sp>
        <p:nvSpPr>
          <p:cNvPr id="48" name="CuadroTexto 6">
            <a:extLst>
              <a:ext uri="{FF2B5EF4-FFF2-40B4-BE49-F238E27FC236}">
                <a16:creationId xmlns:a16="http://schemas.microsoft.com/office/drawing/2014/main" id="{1F698472-C332-4527-A630-39FD68162EB7}"/>
              </a:ext>
            </a:extLst>
          </p:cNvPr>
          <p:cNvSpPr txBox="1"/>
          <p:nvPr/>
        </p:nvSpPr>
        <p:spPr>
          <a:xfrm>
            <a:off x="8039025" y="3187887"/>
            <a:ext cx="42840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600" b="1" i="0" u="none" strike="noStrike" kern="1200" cap="none" spc="0" normalizeH="0" baseline="0" noProof="0" dirty="0">
                <a:ln>
                  <a:noFill/>
                </a:ln>
                <a:solidFill>
                  <a:srgbClr val="000000"/>
                </a:solidFill>
                <a:effectLst/>
                <a:uLnTx/>
                <a:uFillTx/>
                <a:latin typeface="HelveticaNeue" panose="00000400000000000000" pitchFamily="2" charset="0"/>
                <a:ea typeface="+mn-ea"/>
                <a:cs typeface="Arial" panose="020B0604020202020204" pitchFamily="34" charset="0"/>
              </a:rPr>
              <a:t>06</a:t>
            </a:r>
          </a:p>
        </p:txBody>
      </p:sp>
      <p:sp>
        <p:nvSpPr>
          <p:cNvPr id="49" name="Round Same Side Corner Rectangle 45">
            <a:extLst>
              <a:ext uri="{FF2B5EF4-FFF2-40B4-BE49-F238E27FC236}">
                <a16:creationId xmlns:a16="http://schemas.microsoft.com/office/drawing/2014/main" id="{3961D097-2AA5-4689-A4FC-5B93043AAA92}"/>
              </a:ext>
            </a:extLst>
          </p:cNvPr>
          <p:cNvSpPr/>
          <p:nvPr/>
        </p:nvSpPr>
        <p:spPr>
          <a:xfrm rot="10800000">
            <a:off x="734541" y="4963378"/>
            <a:ext cx="515353" cy="307778"/>
          </a:xfrm>
          <a:prstGeom prst="round2SameRect">
            <a:avLst>
              <a:gd name="adj1" fmla="val 36843"/>
              <a:gd name="adj2" fmla="val 0"/>
            </a:avLst>
          </a:prstGeom>
          <a:solidFill>
            <a:srgbClr val="01EABF"/>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2000" b="0" i="0" u="none" strike="noStrike" kern="0" cap="none" spc="0" normalizeH="0" baseline="0" noProof="0">
              <a:ln>
                <a:noFill/>
              </a:ln>
              <a:solidFill>
                <a:srgbClr val="FFFFFF"/>
              </a:solidFill>
              <a:effectLst/>
              <a:uLnTx/>
              <a:uFillTx/>
              <a:latin typeface="Arial"/>
              <a:ea typeface="+mn-ea"/>
              <a:cs typeface="+mn-cs"/>
            </a:endParaRPr>
          </a:p>
        </p:txBody>
      </p:sp>
      <p:sp>
        <p:nvSpPr>
          <p:cNvPr id="50" name="CuadroTexto 6">
            <a:extLst>
              <a:ext uri="{FF2B5EF4-FFF2-40B4-BE49-F238E27FC236}">
                <a16:creationId xmlns:a16="http://schemas.microsoft.com/office/drawing/2014/main" id="{88745E8E-63B1-4EF2-A14C-CBD96C5F64E2}"/>
              </a:ext>
            </a:extLst>
          </p:cNvPr>
          <p:cNvSpPr txBox="1"/>
          <p:nvPr/>
        </p:nvSpPr>
        <p:spPr>
          <a:xfrm>
            <a:off x="781352" y="4963378"/>
            <a:ext cx="42840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600" b="1" i="0" u="none" strike="noStrike" kern="1200" cap="none" spc="0" normalizeH="0" baseline="0" noProof="0" dirty="0">
                <a:ln>
                  <a:noFill/>
                </a:ln>
                <a:solidFill>
                  <a:srgbClr val="000000"/>
                </a:solidFill>
                <a:effectLst/>
                <a:uLnTx/>
                <a:uFillTx/>
                <a:latin typeface="HelveticaNeue" panose="00000400000000000000" pitchFamily="2" charset="0"/>
                <a:ea typeface="+mn-ea"/>
                <a:cs typeface="Arial" panose="020B0604020202020204" pitchFamily="34" charset="0"/>
              </a:rPr>
              <a:t>07</a:t>
            </a:r>
          </a:p>
        </p:txBody>
      </p:sp>
      <p:sp>
        <p:nvSpPr>
          <p:cNvPr id="51" name="Round Same Side Corner Rectangle 47">
            <a:extLst>
              <a:ext uri="{FF2B5EF4-FFF2-40B4-BE49-F238E27FC236}">
                <a16:creationId xmlns:a16="http://schemas.microsoft.com/office/drawing/2014/main" id="{B5BEBB76-98C2-4005-A87A-139E61847893}"/>
              </a:ext>
            </a:extLst>
          </p:cNvPr>
          <p:cNvSpPr/>
          <p:nvPr/>
        </p:nvSpPr>
        <p:spPr>
          <a:xfrm rot="10800000">
            <a:off x="4186641" y="4963378"/>
            <a:ext cx="515353" cy="307778"/>
          </a:xfrm>
          <a:prstGeom prst="round2SameRect">
            <a:avLst>
              <a:gd name="adj1" fmla="val 36843"/>
              <a:gd name="adj2" fmla="val 0"/>
            </a:avLst>
          </a:prstGeom>
          <a:solidFill>
            <a:srgbClr val="03BFFE"/>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2000" b="0" i="0" u="none" strike="noStrike" kern="0" cap="none" spc="0" normalizeH="0" baseline="0" noProof="0">
              <a:ln>
                <a:noFill/>
              </a:ln>
              <a:solidFill>
                <a:srgbClr val="FFFFFF"/>
              </a:solidFill>
              <a:effectLst/>
              <a:uLnTx/>
              <a:uFillTx/>
              <a:latin typeface="Arial"/>
              <a:ea typeface="+mn-ea"/>
              <a:cs typeface="+mn-cs"/>
            </a:endParaRPr>
          </a:p>
        </p:txBody>
      </p:sp>
      <p:sp>
        <p:nvSpPr>
          <p:cNvPr id="52" name="CuadroTexto 6">
            <a:extLst>
              <a:ext uri="{FF2B5EF4-FFF2-40B4-BE49-F238E27FC236}">
                <a16:creationId xmlns:a16="http://schemas.microsoft.com/office/drawing/2014/main" id="{49D0D3DE-E82E-4B4E-A7A8-F865D9B5B5D7}"/>
              </a:ext>
            </a:extLst>
          </p:cNvPr>
          <p:cNvSpPr txBox="1"/>
          <p:nvPr/>
        </p:nvSpPr>
        <p:spPr>
          <a:xfrm>
            <a:off x="4233452" y="4963378"/>
            <a:ext cx="42840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600" b="1" i="0" u="none" strike="noStrike" kern="1200" cap="none" spc="0" normalizeH="0" baseline="0" noProof="0" dirty="0">
                <a:ln>
                  <a:noFill/>
                </a:ln>
                <a:solidFill>
                  <a:srgbClr val="000000"/>
                </a:solidFill>
                <a:effectLst/>
                <a:uLnTx/>
                <a:uFillTx/>
                <a:latin typeface="HelveticaNeue" panose="00000400000000000000" pitchFamily="2" charset="0"/>
                <a:ea typeface="+mn-ea"/>
                <a:cs typeface="Arial" panose="020B0604020202020204" pitchFamily="34" charset="0"/>
              </a:rPr>
              <a:t>08</a:t>
            </a:r>
          </a:p>
        </p:txBody>
      </p:sp>
      <p:sp>
        <p:nvSpPr>
          <p:cNvPr id="53" name="Round Same Side Corner Rectangle 49">
            <a:extLst>
              <a:ext uri="{FF2B5EF4-FFF2-40B4-BE49-F238E27FC236}">
                <a16:creationId xmlns:a16="http://schemas.microsoft.com/office/drawing/2014/main" id="{3D1C181C-2853-4E7E-9288-16D49070198F}"/>
              </a:ext>
            </a:extLst>
          </p:cNvPr>
          <p:cNvSpPr/>
          <p:nvPr/>
        </p:nvSpPr>
        <p:spPr>
          <a:xfrm rot="10800000">
            <a:off x="7992214" y="4963378"/>
            <a:ext cx="515353" cy="307778"/>
          </a:xfrm>
          <a:prstGeom prst="round2SameRect">
            <a:avLst>
              <a:gd name="adj1" fmla="val 36843"/>
              <a:gd name="adj2" fmla="val 0"/>
            </a:avLst>
          </a:prstGeom>
          <a:solidFill>
            <a:srgbClr val="01EABF"/>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x-none" sz="2000" b="0" i="0" u="none" strike="noStrike" kern="0" cap="none" spc="0" normalizeH="0" baseline="0" noProof="0">
              <a:ln>
                <a:noFill/>
              </a:ln>
              <a:solidFill>
                <a:srgbClr val="FFFFFF"/>
              </a:solidFill>
              <a:effectLst/>
              <a:uLnTx/>
              <a:uFillTx/>
              <a:latin typeface="Arial"/>
              <a:ea typeface="+mn-ea"/>
              <a:cs typeface="+mn-cs"/>
            </a:endParaRPr>
          </a:p>
        </p:txBody>
      </p:sp>
      <p:sp>
        <p:nvSpPr>
          <p:cNvPr id="54" name="CuadroTexto 6">
            <a:extLst>
              <a:ext uri="{FF2B5EF4-FFF2-40B4-BE49-F238E27FC236}">
                <a16:creationId xmlns:a16="http://schemas.microsoft.com/office/drawing/2014/main" id="{238000E9-3BBF-4995-90B5-6B3D84876F99}"/>
              </a:ext>
            </a:extLst>
          </p:cNvPr>
          <p:cNvSpPr txBox="1"/>
          <p:nvPr/>
        </p:nvSpPr>
        <p:spPr>
          <a:xfrm>
            <a:off x="8039025" y="4963378"/>
            <a:ext cx="42840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600" b="1" i="0" u="none" strike="noStrike" kern="1200" cap="none" spc="0" normalizeH="0" baseline="0" noProof="0" dirty="0">
                <a:ln>
                  <a:noFill/>
                </a:ln>
                <a:solidFill>
                  <a:srgbClr val="000000"/>
                </a:solidFill>
                <a:effectLst/>
                <a:uLnTx/>
                <a:uFillTx/>
                <a:latin typeface="HelveticaNeue" panose="00000400000000000000" pitchFamily="2" charset="0"/>
                <a:ea typeface="+mn-ea"/>
                <a:cs typeface="Arial" panose="020B0604020202020204" pitchFamily="34" charset="0"/>
              </a:rPr>
              <a:t>09</a:t>
            </a:r>
          </a:p>
        </p:txBody>
      </p:sp>
      <p:sp>
        <p:nvSpPr>
          <p:cNvPr id="55" name="12 Marcador de texto">
            <a:extLst>
              <a:ext uri="{FF2B5EF4-FFF2-40B4-BE49-F238E27FC236}">
                <a16:creationId xmlns:a16="http://schemas.microsoft.com/office/drawing/2014/main" id="{220EA6ED-C678-4D6D-8A88-298B9F110E7A}"/>
              </a:ext>
            </a:extLst>
          </p:cNvPr>
          <p:cNvSpPr txBox="1">
            <a:spLocks/>
          </p:cNvSpPr>
          <p:nvPr/>
        </p:nvSpPr>
        <p:spPr>
          <a:xfrm>
            <a:off x="602015" y="209791"/>
            <a:ext cx="5342471" cy="738664"/>
          </a:xfrm>
          <a:prstGeom prst="rect">
            <a:avLst/>
          </a:prstGeom>
        </p:spPr>
        <p:txBody>
          <a:bodyPr wrap="square">
            <a:spAutoFit/>
          </a:bodyPr>
          <a:lstStyle>
            <a:lvl1pPr marL="0" indent="0" algn="l" defTabSz="457200" rtl="0" eaLnBrk="1" latinLnBrk="0" hangingPunct="1">
              <a:lnSpc>
                <a:spcPct val="100000"/>
              </a:lnSpc>
              <a:spcBef>
                <a:spcPts val="600"/>
              </a:spcBef>
              <a:spcAft>
                <a:spcPts val="0"/>
              </a:spcAft>
              <a:buClr>
                <a:srgbClr val="0067A8"/>
              </a:buClr>
              <a:buSzPct val="95000"/>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358775" indent="-176213" algn="l" defTabSz="457200" rtl="0" eaLnBrk="1" latinLnBrk="0" hangingPunct="1">
              <a:lnSpc>
                <a:spcPct val="100000"/>
              </a:lnSpc>
              <a:spcBef>
                <a:spcPts val="600"/>
              </a:spcBef>
              <a:spcAft>
                <a:spcPts val="0"/>
              </a:spcAft>
              <a:buClr>
                <a:srgbClr val="0067A8"/>
              </a:buClr>
              <a:buSzPct val="95000"/>
              <a:buFont typeface="Lucida Grande"/>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41338" indent="-160338" algn="l" defTabSz="457200" rtl="0" eaLnBrk="1" latinLnBrk="0" hangingPunct="1">
              <a:lnSpc>
                <a:spcPct val="100000"/>
              </a:lnSpc>
              <a:spcBef>
                <a:spcPts val="600"/>
              </a:spcBef>
              <a:spcAft>
                <a:spcPts val="0"/>
              </a:spcAft>
              <a:buClr>
                <a:srgbClr val="0067A8"/>
              </a:buClr>
              <a:buSzPct val="95000"/>
              <a:buFont typeface="Lucida Grande"/>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715963" indent="-174625" algn="l" defTabSz="457200" rtl="0" eaLnBrk="1" latinLnBrk="0" hangingPunct="1">
              <a:lnSpc>
                <a:spcPct val="100000"/>
              </a:lnSpc>
              <a:spcBef>
                <a:spcPts val="600"/>
              </a:spcBef>
              <a:spcAft>
                <a:spcPts val="0"/>
              </a:spcAft>
              <a:buClr>
                <a:srgbClr val="0067A8"/>
              </a:buClr>
              <a:buSzPct val="95000"/>
              <a:buFont typeface="Lucida Grande"/>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898525" indent="-182563" algn="l" defTabSz="457200" rtl="0" eaLnBrk="1" latinLnBrk="0" hangingPunct="1">
              <a:lnSpc>
                <a:spcPct val="100000"/>
              </a:lnSpc>
              <a:spcBef>
                <a:spcPts val="600"/>
              </a:spcBef>
              <a:spcAft>
                <a:spcPts val="0"/>
              </a:spcAft>
              <a:buClr>
                <a:srgbClr val="0067A8"/>
              </a:buClr>
              <a:buSzPct val="95000"/>
              <a:buFont typeface="Lucida Grande"/>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600"/>
              </a:spcBef>
              <a:spcAft>
                <a:spcPts val="0"/>
              </a:spcAft>
              <a:buClr>
                <a:srgbClr val="0067A8"/>
              </a:buClr>
              <a:buSzPct val="95000"/>
              <a:buFont typeface="Arial" panose="020B0604020202020204" pitchFamily="34" charset="0"/>
              <a:buNone/>
              <a:tabLst/>
              <a:defRPr/>
            </a:pPr>
            <a:r>
              <a:rPr kumimoji="0" lang="es-ES" sz="28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Black" panose="020B0604020202020204" pitchFamily="34" charset="0"/>
              </a:rPr>
              <a:t>RECOMENDACIONES  </a:t>
            </a:r>
            <a:br>
              <a:rPr kumimoji="0" lang="es-ES" sz="14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Black" panose="020B0604020202020204" pitchFamily="34" charset="0"/>
              </a:rPr>
            </a:br>
            <a:r>
              <a:rPr kumimoji="0" lang="es-ES" sz="14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PARA MEJORAR TU PRESENTACIÓN</a:t>
            </a:r>
          </a:p>
        </p:txBody>
      </p:sp>
      <p:sp>
        <p:nvSpPr>
          <p:cNvPr id="56" name="Graphic 25">
            <a:extLst>
              <a:ext uri="{FF2B5EF4-FFF2-40B4-BE49-F238E27FC236}">
                <a16:creationId xmlns:a16="http://schemas.microsoft.com/office/drawing/2014/main" id="{BB1A2AC7-C8D1-4B6B-9931-E89296F0B9D8}"/>
              </a:ext>
            </a:extLst>
          </p:cNvPr>
          <p:cNvSpPr/>
          <p:nvPr/>
        </p:nvSpPr>
        <p:spPr>
          <a:xfrm>
            <a:off x="288699" y="343597"/>
            <a:ext cx="281144" cy="238556"/>
          </a:xfrm>
          <a:custGeom>
            <a:avLst/>
            <a:gdLst>
              <a:gd name="connsiteX0" fmla="*/ 131731 w 228885"/>
              <a:gd name="connsiteY0" fmla="*/ 194215 h 194214"/>
              <a:gd name="connsiteX1" fmla="*/ 99251 w 228885"/>
              <a:gd name="connsiteY1" fmla="*/ 194215 h 194214"/>
              <a:gd name="connsiteX2" fmla="*/ 184880 w 228885"/>
              <a:gd name="connsiteY2" fmla="*/ 109156 h 194214"/>
              <a:gd name="connsiteX3" fmla="*/ 0 w 228885"/>
              <a:gd name="connsiteY3" fmla="*/ 109156 h 194214"/>
              <a:gd name="connsiteX4" fmla="*/ 0 w 228885"/>
              <a:gd name="connsiteY4" fmla="*/ 85058 h 194214"/>
              <a:gd name="connsiteX5" fmla="*/ 184785 w 228885"/>
              <a:gd name="connsiteY5" fmla="*/ 85058 h 194214"/>
              <a:gd name="connsiteX6" fmla="*/ 99155 w 228885"/>
              <a:gd name="connsiteY6" fmla="*/ 0 h 194214"/>
              <a:gd name="connsiteX7" fmla="*/ 131636 w 228885"/>
              <a:gd name="connsiteY7" fmla="*/ 0 h 194214"/>
              <a:gd name="connsiteX8" fmla="*/ 228886 w 228885"/>
              <a:gd name="connsiteY8" fmla="*/ 97250 h 194214"/>
              <a:gd name="connsiteX9" fmla="*/ 131731 w 228885"/>
              <a:gd name="connsiteY9" fmla="*/ 194215 h 19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885" h="194214">
                <a:moveTo>
                  <a:pt x="131731" y="194215"/>
                </a:moveTo>
                <a:lnTo>
                  <a:pt x="99251" y="194215"/>
                </a:lnTo>
                <a:lnTo>
                  <a:pt x="184880" y="109156"/>
                </a:lnTo>
                <a:lnTo>
                  <a:pt x="0" y="109156"/>
                </a:lnTo>
                <a:lnTo>
                  <a:pt x="0" y="85058"/>
                </a:lnTo>
                <a:lnTo>
                  <a:pt x="184785" y="85058"/>
                </a:lnTo>
                <a:lnTo>
                  <a:pt x="99155" y="0"/>
                </a:lnTo>
                <a:lnTo>
                  <a:pt x="131636" y="0"/>
                </a:lnTo>
                <a:lnTo>
                  <a:pt x="228886" y="97250"/>
                </a:lnTo>
                <a:lnTo>
                  <a:pt x="131731" y="194215"/>
                </a:lnTo>
                <a:close/>
              </a:path>
            </a:pathLst>
          </a:custGeom>
          <a:solidFill>
            <a:srgbClr val="01EAB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2400" b="0" i="0" u="none" strike="noStrike" kern="1200" cap="none" spc="0" normalizeH="0" baseline="0" noProof="0" dirty="0">
              <a:ln>
                <a:noFill/>
              </a:ln>
              <a:solidFill>
                <a:srgbClr val="000000"/>
              </a:solidFill>
              <a:effectLst/>
              <a:uLnTx/>
              <a:uFillTx/>
              <a:latin typeface="Arial"/>
              <a:ea typeface="+mn-ea"/>
              <a:cs typeface="+mn-cs"/>
            </a:endParaRPr>
          </a:p>
        </p:txBody>
      </p:sp>
      <p:sp>
        <p:nvSpPr>
          <p:cNvPr id="57" name="CuadroTexto 6">
            <a:extLst>
              <a:ext uri="{FF2B5EF4-FFF2-40B4-BE49-F238E27FC236}">
                <a16:creationId xmlns:a16="http://schemas.microsoft.com/office/drawing/2014/main" id="{AA12846E-B9CF-4F22-AC5E-9E443A6B1A8D}"/>
              </a:ext>
            </a:extLst>
          </p:cNvPr>
          <p:cNvSpPr txBox="1"/>
          <p:nvPr/>
        </p:nvSpPr>
        <p:spPr>
          <a:xfrm>
            <a:off x="637813" y="1840321"/>
            <a:ext cx="2570885"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El título general de la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diapositiva </a:t>
            </a:r>
            <a: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debe ser corto </a:t>
            </a:r>
            <a:b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y no repetir información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del contenido.</a:t>
            </a:r>
          </a:p>
        </p:txBody>
      </p:sp>
      <p:sp>
        <p:nvSpPr>
          <p:cNvPr id="58" name="CuadroTexto 8">
            <a:extLst>
              <a:ext uri="{FF2B5EF4-FFF2-40B4-BE49-F238E27FC236}">
                <a16:creationId xmlns:a16="http://schemas.microsoft.com/office/drawing/2014/main" id="{2AC7E353-EB83-4B38-963C-DEE9DEE17DCF}"/>
              </a:ext>
            </a:extLst>
          </p:cNvPr>
          <p:cNvSpPr txBox="1"/>
          <p:nvPr/>
        </p:nvSpPr>
        <p:spPr>
          <a:xfrm>
            <a:off x="4116926" y="1840321"/>
            <a:ext cx="2664874"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No leas tu presentación. Usala como soporte y </a:t>
            </a:r>
            <a: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comunicá ideas en pocas palabras</a:t>
            </a: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 esto favorece el recuerdo.</a:t>
            </a:r>
          </a:p>
        </p:txBody>
      </p:sp>
      <p:sp>
        <p:nvSpPr>
          <p:cNvPr id="59" name="CuadroTexto 9">
            <a:extLst>
              <a:ext uri="{FF2B5EF4-FFF2-40B4-BE49-F238E27FC236}">
                <a16:creationId xmlns:a16="http://schemas.microsoft.com/office/drawing/2014/main" id="{F1B05145-A2CF-441A-8D8F-82E5FC1FF820}"/>
              </a:ext>
            </a:extLst>
          </p:cNvPr>
          <p:cNvSpPr txBox="1"/>
          <p:nvPr/>
        </p:nvSpPr>
        <p:spPr>
          <a:xfrm>
            <a:off x="7917687" y="1840321"/>
            <a:ext cx="2418682"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Desarrollá un orden lógico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y </a:t>
            </a:r>
            <a: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organizá el contenido </a:t>
            </a:r>
            <a:b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de la diapositiva según la importancia de lectura.</a:t>
            </a:r>
          </a:p>
        </p:txBody>
      </p:sp>
      <p:sp>
        <p:nvSpPr>
          <p:cNvPr id="60" name="CuadroTexto 10">
            <a:extLst>
              <a:ext uri="{FF2B5EF4-FFF2-40B4-BE49-F238E27FC236}">
                <a16:creationId xmlns:a16="http://schemas.microsoft.com/office/drawing/2014/main" id="{C78CBE73-E75C-49E2-9BFF-FEA1B668F7DF}"/>
              </a:ext>
            </a:extLst>
          </p:cNvPr>
          <p:cNvSpPr txBox="1"/>
          <p:nvPr/>
        </p:nvSpPr>
        <p:spPr>
          <a:xfrm>
            <a:off x="637813" y="3515070"/>
            <a:ext cx="2570886"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Dale </a:t>
            </a:r>
            <a: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importancia </a:t>
            </a:r>
            <a:b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a las imágenes</a:t>
            </a: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Ayudan a la comprensión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y a generar impacto. </a:t>
            </a:r>
          </a:p>
        </p:txBody>
      </p:sp>
      <p:sp>
        <p:nvSpPr>
          <p:cNvPr id="61" name="CuadroTexto 11">
            <a:extLst>
              <a:ext uri="{FF2B5EF4-FFF2-40B4-BE49-F238E27FC236}">
                <a16:creationId xmlns:a16="http://schemas.microsoft.com/office/drawing/2014/main" id="{8C93AE05-40BA-49C7-9A81-1D327B7F4D8F}"/>
              </a:ext>
            </a:extLst>
          </p:cNvPr>
          <p:cNvSpPr txBox="1"/>
          <p:nvPr/>
        </p:nvSpPr>
        <p:spPr>
          <a:xfrm>
            <a:off x="4116926" y="3515070"/>
            <a:ext cx="2456151"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No uses imágenes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de baja calidad, </a:t>
            </a:r>
            <a: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solo en </a:t>
            </a:r>
            <a:b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ese caso</a:t>
            </a: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 es preferible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prescindir de ellas.</a:t>
            </a:r>
          </a:p>
        </p:txBody>
      </p:sp>
      <p:sp>
        <p:nvSpPr>
          <p:cNvPr id="62" name="CuadroTexto 12">
            <a:extLst>
              <a:ext uri="{FF2B5EF4-FFF2-40B4-BE49-F238E27FC236}">
                <a16:creationId xmlns:a16="http://schemas.microsoft.com/office/drawing/2014/main" id="{87EB6D9A-8553-4BCF-81A6-E2DA945155A1}"/>
              </a:ext>
            </a:extLst>
          </p:cNvPr>
          <p:cNvSpPr txBox="1"/>
          <p:nvPr/>
        </p:nvSpPr>
        <p:spPr>
          <a:xfrm>
            <a:off x="7917687" y="3515070"/>
            <a:ext cx="2418682"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Buscá simplificar la información y </a:t>
            </a:r>
            <a: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quitá de la diapositiva elementos innecesarios</a:t>
            </a: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 </a:t>
            </a:r>
          </a:p>
        </p:txBody>
      </p:sp>
      <p:sp>
        <p:nvSpPr>
          <p:cNvPr id="63" name="CuadroTexto 13">
            <a:extLst>
              <a:ext uri="{FF2B5EF4-FFF2-40B4-BE49-F238E27FC236}">
                <a16:creationId xmlns:a16="http://schemas.microsoft.com/office/drawing/2014/main" id="{B7D3052C-E40A-44D2-853A-FC905F57810E}"/>
              </a:ext>
            </a:extLst>
          </p:cNvPr>
          <p:cNvSpPr txBox="1"/>
          <p:nvPr/>
        </p:nvSpPr>
        <p:spPr>
          <a:xfrm>
            <a:off x="637813" y="5289616"/>
            <a:ext cx="2511098" cy="6924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Fortalecé el mensaje.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ES"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El exceso de información </a:t>
            </a:r>
            <a:br>
              <a:rPr kumimoji="0" lang="es-ES"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ES"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satura fácilmente.</a:t>
            </a:r>
          </a:p>
        </p:txBody>
      </p:sp>
      <p:sp>
        <p:nvSpPr>
          <p:cNvPr id="64" name="CuadroTexto 14">
            <a:extLst>
              <a:ext uri="{FF2B5EF4-FFF2-40B4-BE49-F238E27FC236}">
                <a16:creationId xmlns:a16="http://schemas.microsoft.com/office/drawing/2014/main" id="{D8475593-5BC6-4841-84C8-0C50748682BD}"/>
              </a:ext>
            </a:extLst>
          </p:cNvPr>
          <p:cNvSpPr txBox="1"/>
          <p:nvPr/>
        </p:nvSpPr>
        <p:spPr>
          <a:xfrm>
            <a:off x="4116926" y="5279938"/>
            <a:ext cx="3033163"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Asegurá la legibilidad</a:t>
            </a: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El texto debe distinguirse del fondo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y preferentemente debe tener un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tamaño de cuerpo 12 en adelante.</a:t>
            </a:r>
          </a:p>
        </p:txBody>
      </p:sp>
      <p:sp>
        <p:nvSpPr>
          <p:cNvPr id="65" name="CuadroTexto 15">
            <a:extLst>
              <a:ext uri="{FF2B5EF4-FFF2-40B4-BE49-F238E27FC236}">
                <a16:creationId xmlns:a16="http://schemas.microsoft.com/office/drawing/2014/main" id="{303D2B93-F8AD-43EE-8354-18D4C22714C9}"/>
              </a:ext>
            </a:extLst>
          </p:cNvPr>
          <p:cNvSpPr txBox="1"/>
          <p:nvPr/>
        </p:nvSpPr>
        <p:spPr>
          <a:xfrm>
            <a:off x="7917687" y="5278117"/>
            <a:ext cx="2418682"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En lo posible, no coloques </a:t>
            </a:r>
            <a:b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más de 4 gráficos en una diapositiva ya que </a:t>
            </a:r>
            <a: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dificultará </a:t>
            </a:r>
            <a:b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br>
            <a:r>
              <a:rPr kumimoji="0" lang="es-AR" sz="1300" b="1"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mucho la lectura</a:t>
            </a:r>
            <a:r>
              <a:rPr kumimoji="0" lang="es-AR" sz="1300" b="0" i="0" u="none" strike="noStrike" kern="1200" cap="none" spc="0" normalizeH="0" baseline="0" noProof="0" dirty="0">
                <a:ln>
                  <a:noFill/>
                </a:ln>
                <a:solidFill>
                  <a:srgbClr val="FFFFFF"/>
                </a:solidFill>
                <a:effectLst/>
                <a:uLnTx/>
                <a:uFillTx/>
                <a:latin typeface="HelveticaNeue" panose="00000400000000000000" pitchFamily="2" charset="0"/>
                <a:ea typeface="+mn-ea"/>
                <a:cs typeface="Arial" panose="020B0604020202020204" pitchFamily="34" charset="0"/>
              </a:rPr>
              <a:t>. </a:t>
            </a:r>
          </a:p>
        </p:txBody>
      </p:sp>
      <p:pic>
        <p:nvPicPr>
          <p:cNvPr id="2" name="Imagen 1"/>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099643" y="130977"/>
            <a:ext cx="910373" cy="464673"/>
          </a:xfrm>
          <a:prstGeom prst="rect">
            <a:avLst/>
          </a:prstGeom>
        </p:spPr>
      </p:pic>
    </p:spTree>
    <p:extLst>
      <p:ext uri="{BB962C8B-B14F-4D97-AF65-F5344CB8AC3E}">
        <p14:creationId xmlns:p14="http://schemas.microsoft.com/office/powerpoint/2010/main" val="413186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g2b01c2e7b14_0_125"/>
          <p:cNvSpPr txBox="1">
            <a:spLocks noGrp="1"/>
          </p:cNvSpPr>
          <p:nvPr>
            <p:ph type="sldNum" idx="12"/>
          </p:nvPr>
        </p:nvSpPr>
        <p:spPr>
          <a:xfrm>
            <a:off x="76634" y="5561679"/>
            <a:ext cx="3435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00"/>
              </a:buClr>
              <a:buSzPts val="900"/>
              <a:buFont typeface="Arial"/>
              <a:buNone/>
            </a:pPr>
            <a:fld id="{00000000-1234-1234-1234-123412341234}" type="slidenum">
              <a:rPr lang="en-US"/>
              <a:t>9</a:t>
            </a:fld>
            <a:endParaRPr/>
          </a:p>
        </p:txBody>
      </p:sp>
      <p:pic>
        <p:nvPicPr>
          <p:cNvPr id="3" name="Marcador de posición de imagen 2" descr="Logotipo&#10;&#10;Descripción generada automáticamente">
            <a:extLst>
              <a:ext uri="{FF2B5EF4-FFF2-40B4-BE49-F238E27FC236}">
                <a16:creationId xmlns:a16="http://schemas.microsoft.com/office/drawing/2014/main" id="{70A7ED73-B347-4F82-BF81-601CEC950066}"/>
              </a:ext>
            </a:extLst>
          </p:cNvPr>
          <p:cNvPicPr>
            <a:picLocks noGrp="1" noChangeAspect="1"/>
          </p:cNvPicPr>
          <p:nvPr>
            <p:ph type="pic" idx="2"/>
          </p:nvPr>
        </p:nvPicPr>
        <p:blipFill>
          <a:blip r:embed="rId3"/>
          <a:srcRect t="10200" b="10200"/>
          <a:stretch>
            <a:fillRect/>
          </a:stretch>
        </p:blipFill>
        <p:spPr>
          <a:xfrm>
            <a:off x="0" y="0"/>
            <a:ext cx="12192000" cy="6858000"/>
          </a:xfrm>
          <a:prstGeom prst="rect">
            <a:avLst/>
          </a:prstGeom>
        </p:spPr>
      </p:pic>
      <p:sp>
        <p:nvSpPr>
          <p:cNvPr id="487" name="Google Shape;487;g2b01c2e7b14_0_125"/>
          <p:cNvSpPr/>
          <p:nvPr/>
        </p:nvSpPr>
        <p:spPr>
          <a:xfrm>
            <a:off x="-28700" y="0"/>
            <a:ext cx="12211322" cy="6858000"/>
          </a:xfrm>
          <a:prstGeom prst="rect">
            <a:avLst/>
          </a:prstGeom>
          <a:solidFill>
            <a:srgbClr val="0094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90" name="Google Shape;490;g2b01c2e7b14_0_125"/>
          <p:cNvPicPr preferRelativeResize="0"/>
          <p:nvPr/>
        </p:nvPicPr>
        <p:blipFill>
          <a:blip r:embed="rId4">
            <a:alphaModFix amt="28000"/>
          </a:blip>
          <a:stretch>
            <a:fillRect/>
          </a:stretch>
        </p:blipFill>
        <p:spPr>
          <a:xfrm rot="-10799997" flipH="1">
            <a:off x="-28700" y="-29257"/>
            <a:ext cx="12192000" cy="2133665"/>
          </a:xfrm>
          <a:prstGeom prst="rect">
            <a:avLst/>
          </a:prstGeom>
          <a:noFill/>
          <a:ln>
            <a:noFill/>
          </a:ln>
        </p:spPr>
      </p:pic>
      <p:pic>
        <p:nvPicPr>
          <p:cNvPr id="489" name="Google Shape;489;g2b01c2e7b14_0_125"/>
          <p:cNvPicPr preferRelativeResize="0"/>
          <p:nvPr/>
        </p:nvPicPr>
        <p:blipFill>
          <a:blip r:embed="rId4">
            <a:alphaModFix amt="28000"/>
          </a:blip>
          <a:stretch>
            <a:fillRect/>
          </a:stretch>
        </p:blipFill>
        <p:spPr>
          <a:xfrm rot="3" flipH="1">
            <a:off x="0" y="4753593"/>
            <a:ext cx="12192000" cy="2133665"/>
          </a:xfrm>
          <a:prstGeom prst="rect">
            <a:avLst/>
          </a:prstGeom>
          <a:noFill/>
          <a:ln>
            <a:noFill/>
          </a:ln>
        </p:spPr>
      </p:pic>
      <p:pic>
        <p:nvPicPr>
          <p:cNvPr id="5" name="Imagen 4" descr="Logotipo&#10;&#10;Descripción generada automáticamente">
            <a:extLst>
              <a:ext uri="{FF2B5EF4-FFF2-40B4-BE49-F238E27FC236}">
                <a16:creationId xmlns:a16="http://schemas.microsoft.com/office/drawing/2014/main" id="{78E9B9D2-6CAD-4440-B1D5-0321C9512194}"/>
              </a:ext>
            </a:extLst>
          </p:cNvPr>
          <p:cNvPicPr>
            <a:picLocks noChangeAspect="1"/>
          </p:cNvPicPr>
          <p:nvPr/>
        </p:nvPicPr>
        <p:blipFill>
          <a:blip r:embed="rId3"/>
          <a:stretch>
            <a:fillRect/>
          </a:stretch>
        </p:blipFill>
        <p:spPr>
          <a:xfrm>
            <a:off x="3841323" y="2090345"/>
            <a:ext cx="4387787" cy="3100633"/>
          </a:xfrm>
          <a:prstGeom prst="rect">
            <a:avLst/>
          </a:prstGeom>
        </p:spPr>
      </p:pic>
    </p:spTree>
  </p:cSld>
  <p:clrMapOvr>
    <a:masterClrMapping/>
  </p:clrMapOvr>
</p:sld>
</file>

<file path=ppt/theme/theme1.xml><?xml version="1.0" encoding="utf-8"?>
<a:theme xmlns:a="http://schemas.openxmlformats.org/drawingml/2006/main" name="Office Theme">
  <a:themeElements>
    <a:clrScheme name="Custom 171">
      <a:dk1>
        <a:srgbClr val="000000"/>
      </a:dk1>
      <a:lt1>
        <a:srgbClr val="FFFFFF"/>
      </a:lt1>
      <a:dk2>
        <a:srgbClr val="44546A"/>
      </a:dk2>
      <a:lt2>
        <a:srgbClr val="E7E6E6"/>
      </a:lt2>
      <a:accent1>
        <a:srgbClr val="00B0F0"/>
      </a:accent1>
      <a:accent2>
        <a:srgbClr val="0070C0"/>
      </a:accent2>
      <a:accent3>
        <a:srgbClr val="005392"/>
      </a:accent3>
      <a:accent4>
        <a:srgbClr val="002060"/>
      </a:accent4>
      <a:accent5>
        <a:srgbClr val="000E2A"/>
      </a:accent5>
      <a:accent6>
        <a:srgbClr val="0000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171">
      <a:dk1>
        <a:srgbClr val="000000"/>
      </a:dk1>
      <a:lt1>
        <a:srgbClr val="FFFFFF"/>
      </a:lt1>
      <a:dk2>
        <a:srgbClr val="44546A"/>
      </a:dk2>
      <a:lt2>
        <a:srgbClr val="E7E6E6"/>
      </a:lt2>
      <a:accent1>
        <a:srgbClr val="00B0F0"/>
      </a:accent1>
      <a:accent2>
        <a:srgbClr val="0070C0"/>
      </a:accent2>
      <a:accent3>
        <a:srgbClr val="005392"/>
      </a:accent3>
      <a:accent4>
        <a:srgbClr val="002060"/>
      </a:accent4>
      <a:accent5>
        <a:srgbClr val="000E2A"/>
      </a:accent5>
      <a:accent6>
        <a:srgbClr val="0000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5442EC33A927E743B2F15C8F2B9F5A3C" ma:contentTypeVersion="16" ma:contentTypeDescription="Crear nuevo documento." ma:contentTypeScope="" ma:versionID="2f99895765cfa07cd8e51bd753833e3d">
  <xsd:schema xmlns:xsd="http://www.w3.org/2001/XMLSchema" xmlns:xs="http://www.w3.org/2001/XMLSchema" xmlns:p="http://schemas.microsoft.com/office/2006/metadata/properties" xmlns:ns2="93e9b392-90a7-45b5-8381-f7079f4219af" xmlns:ns3="6e26125a-8a79-41e7-816b-8dd0dd29ad8e" targetNamespace="http://schemas.microsoft.com/office/2006/metadata/properties" ma:root="true" ma:fieldsID="85f036f0eedb5f98784b94ac2d2a56fb" ns2:_="" ns3:_="">
    <xsd:import namespace="93e9b392-90a7-45b5-8381-f7079f4219af"/>
    <xsd:import namespace="6e26125a-8a79-41e7-816b-8dd0dd29ad8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3:_dlc_DocId" minOccurs="0"/>
                <xsd:element ref="ns3:_dlc_DocIdUrl" minOccurs="0"/>
                <xsd:element ref="ns3:_dlc_DocIdPersistId"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bjectDetectorVersions" minOccurs="0"/>
                <xsd:element ref="ns2:MediaServiceLocation"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e9b392-90a7-45b5-8381-f7079f4219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Etiquetas de imagen" ma:readOnly="false" ma:fieldId="{5cf76f15-5ced-4ddc-b409-7134ff3c332f}" ma:taxonomyMulti="true" ma:sspId="0b2a62ba-b3cd-48bc-9bdf-aec0dd6f17e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e26125a-8a79-41e7-816b-8dd0dd29ad8e" elementFormDefault="qualified">
    <xsd:import namespace="http://schemas.microsoft.com/office/2006/documentManagement/types"/>
    <xsd:import namespace="http://schemas.microsoft.com/office/infopath/2007/PartnerControls"/>
    <xsd:element name="_dlc_DocId" ma:index="13" nillable="true" ma:displayName="Valor de Id. de documento" ma:description="El valor del identificador de documento asignado a este elemento." ma:internalName="_dlc_DocId" ma:readOnly="true">
      <xsd:simpleType>
        <xsd:restriction base="dms:Text"/>
      </xsd:simpleType>
    </xsd:element>
    <xsd:element name="_dlc_DocIdUrl" ma:index="14" nillable="true" ma:displayName="Id. de documento" ma:description="Vínculo permanente a este documento."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5" nillable="true" ma:displayName="Persist ID" ma:description="Keep ID on add." ma:hidden="true" ma:internalName="_dlc_DocIdPersistId" ma:readOnly="true">
      <xsd:simpleType>
        <xsd:restriction base="dms:Boolean"/>
      </xsd:simpleType>
    </xsd:element>
    <xsd:element name="TaxCatchAll" ma:index="21" nillable="true" ma:displayName="Taxonomy Catch All Column" ma:hidden="true" ma:list="{8ee17508-46e8-4f77-80ea-ea81633b07e5}" ma:internalName="TaxCatchAll" ma:showField="CatchAllData" ma:web="6e26125a-8a79-41e7-816b-8dd0dd29ad8e">
      <xsd:complexType>
        <xsd:complexContent>
          <xsd:extension base="dms:MultiChoiceLookup">
            <xsd:sequence>
              <xsd:element name="Value" type="dms:Lookup" maxOccurs="unbounded" minOccurs="0" nillable="true"/>
            </xsd:sequence>
          </xsd:extension>
        </xsd:complexContent>
      </xsd:complexType>
    </xsd:element>
    <xsd:element name="SharedWithUsers" ma:index="24"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5"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e26125a-8a79-41e7-816b-8dd0dd29ad8e" xsi:nil="true"/>
    <_dlc_DocId xmlns="6e26125a-8a79-41e7-816b-8dd0dd29ad8e">AESA-1666423409-1768</_dlc_DocId>
    <_dlc_DocIdUrl xmlns="6e26125a-8a79-41e7-816b-8dd0dd29ad8e">
      <Url>https://ypf.sharepoint.com/sites/AESA-CMASS/_layouts/15/DocIdRedir.aspx?ID=AESA-1666423409-1768</Url>
      <Description>AESA-1666423409-1768</Description>
    </_dlc_DocIdUrl>
    <lcf76f155ced4ddcb4097134ff3c332f xmlns="93e9b392-90a7-45b5-8381-f7079f4219af">
      <Terms xmlns="http://schemas.microsoft.com/office/infopath/2007/PartnerControls"/>
    </lcf76f155ced4ddcb4097134ff3c332f>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3F2D6FB8-F2C9-4E12-B3FB-A7C0A22912EA}">
  <ds:schemaRefs>
    <ds:schemaRef ds:uri="http://schemas.microsoft.com/sharepoint/v3/contenttype/forms"/>
  </ds:schemaRefs>
</ds:datastoreItem>
</file>

<file path=customXml/itemProps2.xml><?xml version="1.0" encoding="utf-8"?>
<ds:datastoreItem xmlns:ds="http://schemas.openxmlformats.org/officeDocument/2006/customXml" ds:itemID="{89A229A1-7B5E-413B-AAC0-791C3E25BB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e9b392-90a7-45b5-8381-f7079f4219af"/>
    <ds:schemaRef ds:uri="6e26125a-8a79-41e7-816b-8dd0dd29ad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BB9ADCA-A825-4887-BC7F-3AC1BC7D56F1}">
  <ds:schemaRefs>
    <ds:schemaRef ds:uri="http://schemas.microsoft.com/office/2006/metadata/properties"/>
    <ds:schemaRef ds:uri="http://schemas.microsoft.com/office/infopath/2007/PartnerControls"/>
    <ds:schemaRef ds:uri="62a7c4c2-d2fc-4e67-9a26-b74f9e19a9ab"/>
    <ds:schemaRef ds:uri="b8c24f7d-c348-4268-a266-7d983ba51492"/>
    <ds:schemaRef ds:uri="6e26125a-8a79-41e7-816b-8dd0dd29ad8e"/>
    <ds:schemaRef ds:uri="0364811a-12e5-45cd-b428-2fc2156a39ef"/>
    <ds:schemaRef ds:uri="93e9b392-90a7-45b5-8381-f7079f4219af"/>
  </ds:schemaRefs>
</ds:datastoreItem>
</file>

<file path=customXml/itemProps4.xml><?xml version="1.0" encoding="utf-8"?>
<ds:datastoreItem xmlns:ds="http://schemas.openxmlformats.org/officeDocument/2006/customXml" ds:itemID="{3E18F4F5-782D-46CF-80F4-726667333C54}">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196</TotalTime>
  <Words>482</Words>
  <Application>Microsoft Office PowerPoint</Application>
  <PresentationFormat>Panorámica</PresentationFormat>
  <Paragraphs>59</Paragraphs>
  <Slides>9</Slides>
  <Notes>8</Notes>
  <HiddenSlides>0</HiddenSlides>
  <MMClips>0</MMClips>
  <ScaleCrop>false</ScaleCrop>
  <HeadingPairs>
    <vt:vector size="6" baseType="variant">
      <vt:variant>
        <vt:lpstr>Fuentes usadas</vt:lpstr>
      </vt:variant>
      <vt:variant>
        <vt:i4>9</vt:i4>
      </vt:variant>
      <vt:variant>
        <vt:lpstr>Tema</vt:lpstr>
      </vt:variant>
      <vt:variant>
        <vt:i4>3</vt:i4>
      </vt:variant>
      <vt:variant>
        <vt:lpstr>Títulos de diapositiva</vt:lpstr>
      </vt:variant>
      <vt:variant>
        <vt:i4>9</vt:i4>
      </vt:variant>
    </vt:vector>
  </HeadingPairs>
  <TitlesOfParts>
    <vt:vector size="21" baseType="lpstr">
      <vt:lpstr>Arial</vt:lpstr>
      <vt:lpstr>Inter Medium</vt:lpstr>
      <vt:lpstr>Verdana</vt:lpstr>
      <vt:lpstr>Calibri</vt:lpstr>
      <vt:lpstr>Calibri Light</vt:lpstr>
      <vt:lpstr>Open Sans Medium</vt:lpstr>
      <vt:lpstr>Inter</vt:lpstr>
      <vt:lpstr>Helvetica Neue</vt:lpstr>
      <vt:lpstr>HelveticaNeue</vt:lpstr>
      <vt:lpstr>Office Theme</vt:lpstr>
      <vt:lpstr>1_Office Theme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bissmilah alhamdulil</dc:creator>
  <cp:lastModifiedBy>STIRPARO, DARIO FERNANDO</cp:lastModifiedBy>
  <cp:revision>21</cp:revision>
  <dcterms:created xsi:type="dcterms:W3CDTF">2018-04-03T13:57:04Z</dcterms:created>
  <dcterms:modified xsi:type="dcterms:W3CDTF">2026-08-13T17:48:30Z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0x0101005442EC33A927E743B2F15C8F2B9F5A3C</vt:lpwstr>
  </property>
  <property fmtid="{D5CDD505-2E9C-101B-9397-08002B2CF9AE}" pid="3" name="MediaServiceImageTags">
    <vt:lpwstr/>
  </property>
  <property fmtid="{D5CDD505-2E9C-101B-9397-08002B2CF9AE}" pid="4" name="MSIP_Label_43495f6a-7d23-4542-8b0f-d3d17c8eb1ae_Enabled">
    <vt:lpwstr>true</vt:lpwstr>
  </property>
  <property fmtid="{D5CDD505-2E9C-101B-9397-08002B2CF9AE}" pid="5" name="MSIP_Label_43495f6a-7d23-4542-8b0f-d3d17c8eb1ae_SetDate">
    <vt:lpwstr>2024-02-06T19:44:50Z</vt:lpwstr>
  </property>
  <property fmtid="{D5CDD505-2E9C-101B-9397-08002B2CF9AE}" pid="6" name="MSIP_Label_43495f6a-7d23-4542-8b0f-d3d17c8eb1ae_Method">
    <vt:lpwstr>Privileged</vt:lpwstr>
  </property>
  <property fmtid="{D5CDD505-2E9C-101B-9397-08002B2CF9AE}" pid="7" name="MSIP_Label_43495f6a-7d23-4542-8b0f-d3d17c8eb1ae_Name">
    <vt:lpwstr>AESA - Privada</vt:lpwstr>
  </property>
  <property fmtid="{D5CDD505-2E9C-101B-9397-08002B2CF9AE}" pid="8" name="MSIP_Label_43495f6a-7d23-4542-8b0f-d3d17c8eb1ae_SiteId">
    <vt:lpwstr>038018c3-616c-4b46-ad9b-aa9007f701b5</vt:lpwstr>
  </property>
  <property fmtid="{D5CDD505-2E9C-101B-9397-08002B2CF9AE}" pid="9" name="MSIP_Label_43495f6a-7d23-4542-8b0f-d3d17c8eb1ae_ActionId">
    <vt:lpwstr>03f7ec28-0ccc-4ad3-95ac-517c2829dbdf</vt:lpwstr>
  </property>
  <property fmtid="{D5CDD505-2E9C-101B-9397-08002B2CF9AE}" pid="10" name="MSIP_Label_43495f6a-7d23-4542-8b0f-d3d17c8eb1ae_ContentBits">
    <vt:lpwstr>3</vt:lpwstr>
  </property>
  <property fmtid="{D5CDD505-2E9C-101B-9397-08002B2CF9AE}" pid="11" name="ClassificationContentMarkingFooterLocations">
    <vt:lpwstr>Office Theme:5\1_Office Theme:5</vt:lpwstr>
  </property>
  <property fmtid="{D5CDD505-2E9C-101B-9397-08002B2CF9AE}" pid="12" name="ClassificationContentMarkingFooterText">
    <vt:lpwstr>AESA - Privada</vt:lpwstr>
  </property>
  <property fmtid="{D5CDD505-2E9C-101B-9397-08002B2CF9AE}" pid="13" name="ClassificationContentMarkingHeaderLocations">
    <vt:lpwstr>Office Theme:4\1_Office Theme:4</vt:lpwstr>
  </property>
  <property fmtid="{D5CDD505-2E9C-101B-9397-08002B2CF9AE}" pid="14" name="ClassificationContentMarkingHeaderText">
    <vt:lpwstr>AESA - Privada</vt:lpwstr>
  </property>
  <property fmtid="{D5CDD505-2E9C-101B-9397-08002B2CF9AE}" pid="15" name="AreaPropietaria">
    <vt:lpwstr>230;#MARKETING|1b0dd6a6-ba1f-4109-8b52-a807ccf3099f</vt:lpwstr>
  </property>
  <property fmtid="{D5CDD505-2E9C-101B-9397-08002B2CF9AE}" pid="16" name="d77dace5b08f49399a58f39779d6f2bf">
    <vt:lpwstr/>
  </property>
  <property fmtid="{D5CDD505-2E9C-101B-9397-08002B2CF9AE}" pid="17" name="TaxKeyword">
    <vt:lpwstr/>
  </property>
  <property fmtid="{D5CDD505-2E9C-101B-9397-08002B2CF9AE}" pid="18" name="MSIP_Label_b701c5ec-e5b5-40ab-b632-dbf2eb8611fa_ContentBits">
    <vt:lpwstr>3</vt:lpwstr>
  </property>
  <property fmtid="{D5CDD505-2E9C-101B-9397-08002B2CF9AE}" pid="19" name="ElementoSGEO-NivelSSEE">
    <vt:lpwstr>143;#08. Comunicación, participación y consulta|49e86454-9c63-4fcd-9f30-3dafcf397c46</vt:lpwstr>
  </property>
  <property fmtid="{D5CDD505-2E9C-101B-9397-08002B2CF9AE}" pid="20" name="ProcesoMacro">
    <vt:lpwstr/>
  </property>
  <property fmtid="{D5CDD505-2E9C-101B-9397-08002B2CF9AE}" pid="21" name="MSIP_Label_b701c5ec-e5b5-40ab-b632-dbf2eb8611fa_SiteId">
    <vt:lpwstr>038018c3-616c-4b46-ad9b-aa9007f701b5</vt:lpwstr>
  </property>
  <property fmtid="{D5CDD505-2E9C-101B-9397-08002B2CF9AE}" pid="22" name="Ambito">
    <vt:lpwstr>1;#AESA|0bf032bd-1ae9-4c1e-81b2-6fbf60b13919</vt:lpwstr>
  </property>
  <property fmtid="{D5CDD505-2E9C-101B-9397-08002B2CF9AE}" pid="23" name="MSIP_Label_b701c5ec-e5b5-40ab-b632-dbf2eb8611fa_Method">
    <vt:lpwstr>Privileged</vt:lpwstr>
  </property>
  <property fmtid="{D5CDD505-2E9C-101B-9397-08002B2CF9AE}" pid="24" name="MSIP_Label_b701c5ec-e5b5-40ab-b632-dbf2eb8611fa_Enabled">
    <vt:lpwstr>true</vt:lpwstr>
  </property>
  <property fmtid="{D5CDD505-2E9C-101B-9397-08002B2CF9AE}" pid="25" name="StatusDocumento">
    <vt:lpwstr>17;#Vigente|a1a93a30-3aab-4b41-aef0-cf7b7581ca7b</vt:lpwstr>
  </property>
  <property fmtid="{D5CDD505-2E9C-101B-9397-08002B2CF9AE}" pid="26" name="MSIP_Label_b701c5ec-e5b5-40ab-b632-dbf2eb8611fa_SetDate">
    <vt:lpwstr>2023-04-20T14:08:44Z</vt:lpwstr>
  </property>
  <property fmtid="{D5CDD505-2E9C-101B-9397-08002B2CF9AE}" pid="27" name="Proceso Nivel 3">
    <vt:lpwstr>1612;#03.08.01. Gestionar comunicación interna|f04de0b9-b744-45d0-bbad-37346d06c7ec</vt:lpwstr>
  </property>
  <property fmtid="{D5CDD505-2E9C-101B-9397-08002B2CF9AE}" pid="28" name="PrivacidadDocumento">
    <vt:lpwstr>2;#AESA Privada|c6774773-d44d-4f48-8f47-4a684b60f12d</vt:lpwstr>
  </property>
  <property fmtid="{D5CDD505-2E9C-101B-9397-08002B2CF9AE}" pid="29" name="MSIP_Label_b701c5ec-e5b5-40ab-b632-dbf2eb8611fa_ActionId">
    <vt:lpwstr>9e005528-6889-4bd8-b328-2c1268e7abdc</vt:lpwstr>
  </property>
  <property fmtid="{D5CDD505-2E9C-101B-9397-08002B2CF9AE}" pid="30" name="Área Responsable de Almacenamiento">
    <vt:lpwstr/>
  </property>
  <property fmtid="{D5CDD505-2E9C-101B-9397-08002B2CF9AE}" pid="31" name="TipoDocumento">
    <vt:lpwstr>109;#05. Formularios generales|96684806-a31c-4dfe-981c-19475079f1ae</vt:lpwstr>
  </property>
  <property fmtid="{D5CDD505-2E9C-101B-9397-08002B2CF9AE}" pid="32" name="_dlc_DocIdItemGuid">
    <vt:lpwstr>08614d11-484f-40d0-ae11-a0879af3c140</vt:lpwstr>
  </property>
  <property fmtid="{D5CDD505-2E9C-101B-9397-08002B2CF9AE}" pid="33" name="_x00c1_rea_x0020_Responsable_x0020_de_x0020_Almacenamiento">
    <vt:lpwstr/>
  </property>
  <property fmtid="{D5CDD505-2E9C-101B-9397-08002B2CF9AE}" pid="34" name="GerenciaPropietaria">
    <vt:lpwstr>228;#Gerencia Comercial AESA|e4059b01-00a4-4ca0-8695-46ebfadc2308</vt:lpwstr>
  </property>
  <property fmtid="{D5CDD505-2E9C-101B-9397-08002B2CF9AE}" pid="35" name="UO-Documento">
    <vt:lpwstr>4;#AESA|80f33bbc-04e0-47cd-9712-02b0ae4ec764</vt:lpwstr>
  </property>
  <property fmtid="{D5CDD505-2E9C-101B-9397-08002B2CF9AE}" pid="36" name="VP-Documento">
    <vt:lpwstr>3;#VP EJEC OPERACIONES Y TRANSFORMACION|6cc05b69-8854-42f5-b046-729801e696de</vt:lpwstr>
  </property>
  <property fmtid="{D5CDD505-2E9C-101B-9397-08002B2CF9AE}" pid="37" name="ElementoSGEO-Macro">
    <vt:lpwstr>137;#III. Soporte a la Gestión|a04650cd-a0f8-4493-a993-df94421ab70d</vt:lpwstr>
  </property>
  <property fmtid="{D5CDD505-2E9C-101B-9397-08002B2CF9AE}" pid="38" name="AplicabilidadPorUN">
    <vt:lpwstr>14;#UN Operaciones y Servicios Petroleros|6ec24d32-1693-4e40-a3d6-cc5ee9d49883;#15;#UN Proyectos Industriales|9e4799cc-ebf3-4c95-a160-60c5cbae3fd1</vt:lpwstr>
  </property>
  <property fmtid="{D5CDD505-2E9C-101B-9397-08002B2CF9AE}" pid="39" name="MSIP_Label_b701c5ec-e5b5-40ab-b632-dbf2eb8611fa_Name">
    <vt:lpwstr>YPF - Privado</vt:lpwstr>
  </property>
  <property fmtid="{D5CDD505-2E9C-101B-9397-08002B2CF9AE}" pid="40" name="ResponsabilidadesDelDocumento">
    <vt:lpwstr>4149;#MARKETING BUSINESS DEVELOPER|ad6ddf7e-5e07-4c31-8436-a4da5801527d;#3417;#COMUNICACIONES|ce327952-3ced-428d-97c6-9e49c68ed1f6</vt:lpwstr>
  </property>
</Properties>
</file>