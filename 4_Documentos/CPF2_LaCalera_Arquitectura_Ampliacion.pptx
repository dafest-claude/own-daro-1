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C7F46E-5E59-47FA-A2BF-FF4B13EB2210}" v="9" dt="2026-05-08T11:19:28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62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IRPARO, DARIO FERNANDO" userId="a2fca38f-528d-4d8c-8de0-0ab98c4e5e45" providerId="ADAL" clId="{B2BBB3D7-9276-4714-8D4B-6E57D3D06075}"/>
    <pc:docChg chg="custSel modSld">
      <pc:chgData name="STIRPARO, DARIO FERNANDO" userId="a2fca38f-528d-4d8c-8de0-0ab98c4e5e45" providerId="ADAL" clId="{B2BBB3D7-9276-4714-8D4B-6E57D3D06075}" dt="2026-05-08T11:19:31.401" v="77" actId="1076"/>
      <pc:docMkLst>
        <pc:docMk/>
      </pc:docMkLst>
      <pc:sldChg chg="addSp modSp mod">
        <pc:chgData name="STIRPARO, DARIO FERNANDO" userId="a2fca38f-528d-4d8c-8de0-0ab98c4e5e45" providerId="ADAL" clId="{B2BBB3D7-9276-4714-8D4B-6E57D3D06075}" dt="2026-05-08T11:19:31.401" v="77" actId="1076"/>
        <pc:sldMkLst>
          <pc:docMk/>
          <pc:sldMk cId="0" sldId="259"/>
        </pc:sldMkLst>
        <pc:spChg chg="add mod">
          <ac:chgData name="STIRPARO, DARIO FERNANDO" userId="a2fca38f-528d-4d8c-8de0-0ab98c4e5e45" providerId="ADAL" clId="{B2BBB3D7-9276-4714-8D4B-6E57D3D06075}" dt="2026-05-08T11:19:26.951" v="75" actId="1076"/>
          <ac:spMkLst>
            <pc:docMk/>
            <pc:sldMk cId="0" sldId="259"/>
            <ac:spMk id="5" creationId="{191AB608-52E1-A73A-463B-02775890E41F}"/>
          </ac:spMkLst>
        </pc:spChg>
        <pc:spChg chg="add mod">
          <ac:chgData name="STIRPARO, DARIO FERNANDO" userId="a2fca38f-528d-4d8c-8de0-0ab98c4e5e45" providerId="ADAL" clId="{B2BBB3D7-9276-4714-8D4B-6E57D3D06075}" dt="2026-05-08T11:19:26.951" v="75" actId="1076"/>
          <ac:spMkLst>
            <pc:docMk/>
            <pc:sldMk cId="0" sldId="259"/>
            <ac:spMk id="6" creationId="{A2246CE2-E4A1-A03D-4804-3C0D1D4BB4C3}"/>
          </ac:spMkLst>
        </pc:spChg>
        <pc:spChg chg="add mod">
          <ac:chgData name="STIRPARO, DARIO FERNANDO" userId="a2fca38f-528d-4d8c-8de0-0ab98c4e5e45" providerId="ADAL" clId="{B2BBB3D7-9276-4714-8D4B-6E57D3D06075}" dt="2026-05-08T11:19:31.401" v="77" actId="1076"/>
          <ac:spMkLst>
            <pc:docMk/>
            <pc:sldMk cId="0" sldId="259"/>
            <ac:spMk id="7" creationId="{C2B04902-69BF-C381-0D8A-9746E4DA61E8}"/>
          </ac:spMkLst>
        </pc:spChg>
        <pc:spChg chg="add mod">
          <ac:chgData name="STIRPARO, DARIO FERNANDO" userId="a2fca38f-528d-4d8c-8de0-0ab98c4e5e45" providerId="ADAL" clId="{B2BBB3D7-9276-4714-8D4B-6E57D3D06075}" dt="2026-05-08T11:19:31.401" v="77" actId="1076"/>
          <ac:spMkLst>
            <pc:docMk/>
            <pc:sldMk cId="0" sldId="259"/>
            <ac:spMk id="10" creationId="{51FC82FA-2223-ECE8-358B-CA84CA4F5A5B}"/>
          </ac:spMkLst>
        </pc:spChg>
      </pc:sldChg>
      <pc:sldChg chg="addSp delSp modSp mod">
        <pc:chgData name="STIRPARO, DARIO FERNANDO" userId="a2fca38f-528d-4d8c-8de0-0ab98c4e5e45" providerId="ADAL" clId="{B2BBB3D7-9276-4714-8D4B-6E57D3D06075}" dt="2026-05-08T11:18:00.778" v="63" actId="478"/>
        <pc:sldMkLst>
          <pc:docMk/>
          <pc:sldMk cId="0" sldId="261"/>
        </pc:sldMkLst>
        <pc:spChg chg="add mod">
          <ac:chgData name="STIRPARO, DARIO FERNANDO" userId="a2fca38f-528d-4d8c-8de0-0ab98c4e5e45" providerId="ADAL" clId="{B2BBB3D7-9276-4714-8D4B-6E57D3D06075}" dt="2026-05-08T11:17:18.423" v="12" actId="1037"/>
          <ac:spMkLst>
            <pc:docMk/>
            <pc:sldMk cId="0" sldId="261"/>
            <ac:spMk id="4" creationId="{D3BB32C2-1438-9739-6C52-A7A666556CFF}"/>
          </ac:spMkLst>
        </pc:spChg>
        <pc:spChg chg="add mod">
          <ac:chgData name="STIRPARO, DARIO FERNANDO" userId="a2fca38f-528d-4d8c-8de0-0ab98c4e5e45" providerId="ADAL" clId="{B2BBB3D7-9276-4714-8D4B-6E57D3D06075}" dt="2026-05-08T11:17:18.423" v="12" actId="1037"/>
          <ac:spMkLst>
            <pc:docMk/>
            <pc:sldMk cId="0" sldId="261"/>
            <ac:spMk id="6" creationId="{A10A2052-E562-2CDA-A569-A9E98B3402F8}"/>
          </ac:spMkLst>
        </pc:spChg>
        <pc:spChg chg="add mod">
          <ac:chgData name="STIRPARO, DARIO FERNANDO" userId="a2fca38f-528d-4d8c-8de0-0ab98c4e5e45" providerId="ADAL" clId="{B2BBB3D7-9276-4714-8D4B-6E57D3D06075}" dt="2026-05-08T11:17:50.857" v="62" actId="1037"/>
          <ac:spMkLst>
            <pc:docMk/>
            <pc:sldMk cId="0" sldId="261"/>
            <ac:spMk id="8" creationId="{20E1633D-8D42-0228-B016-C402B90D7BF8}"/>
          </ac:spMkLst>
        </pc:spChg>
        <pc:spChg chg="add mod">
          <ac:chgData name="STIRPARO, DARIO FERNANDO" userId="a2fca38f-528d-4d8c-8de0-0ab98c4e5e45" providerId="ADAL" clId="{B2BBB3D7-9276-4714-8D4B-6E57D3D06075}" dt="2026-05-08T11:17:50.857" v="62" actId="1037"/>
          <ac:spMkLst>
            <pc:docMk/>
            <pc:sldMk cId="0" sldId="261"/>
            <ac:spMk id="13" creationId="{F0CD1DBF-E2B5-1061-398E-24E66C252DD7}"/>
          </ac:spMkLst>
        </pc:spChg>
        <pc:spChg chg="del">
          <ac:chgData name="STIRPARO, DARIO FERNANDO" userId="a2fca38f-528d-4d8c-8de0-0ab98c4e5e45" providerId="ADAL" clId="{B2BBB3D7-9276-4714-8D4B-6E57D3D06075}" dt="2026-05-08T11:17:01.691" v="2" actId="478"/>
          <ac:spMkLst>
            <pc:docMk/>
            <pc:sldMk cId="0" sldId="261"/>
            <ac:spMk id="36" creationId="{BAF23B17-AF74-BF0B-84DC-D1C913B4400A}"/>
          </ac:spMkLst>
        </pc:spChg>
        <pc:spChg chg="del">
          <ac:chgData name="STIRPARO, DARIO FERNANDO" userId="a2fca38f-528d-4d8c-8de0-0ab98c4e5e45" providerId="ADAL" clId="{B2BBB3D7-9276-4714-8D4B-6E57D3D06075}" dt="2026-05-08T11:18:00.778" v="63" actId="478"/>
          <ac:spMkLst>
            <pc:docMk/>
            <pc:sldMk cId="0" sldId="261"/>
            <ac:spMk id="37" creationId="{C51C5DE4-66F2-4E44-218B-27AFF129BEB3}"/>
          </ac:spMkLst>
        </pc:spChg>
      </pc:sldChg>
      <pc:sldChg chg="addSp modSp mod">
        <pc:chgData name="STIRPARO, DARIO FERNANDO" userId="a2fca38f-528d-4d8c-8de0-0ab98c4e5e45" providerId="ADAL" clId="{B2BBB3D7-9276-4714-8D4B-6E57D3D06075}" dt="2026-05-08T11:19:10.107" v="73" actId="1076"/>
        <pc:sldMkLst>
          <pc:docMk/>
          <pc:sldMk cId="0" sldId="263"/>
        </pc:sldMkLst>
        <pc:spChg chg="add mod">
          <ac:chgData name="STIRPARO, DARIO FERNANDO" userId="a2fca38f-528d-4d8c-8de0-0ab98c4e5e45" providerId="ADAL" clId="{B2BBB3D7-9276-4714-8D4B-6E57D3D06075}" dt="2026-05-08T11:18:34.139" v="65" actId="1076"/>
          <ac:spMkLst>
            <pc:docMk/>
            <pc:sldMk cId="0" sldId="263"/>
            <ac:spMk id="3" creationId="{3D8AABF8-C657-FF51-4B0B-5CB4DB8F4BF2}"/>
          </ac:spMkLst>
        </pc:spChg>
        <pc:spChg chg="add mod">
          <ac:chgData name="STIRPARO, DARIO FERNANDO" userId="a2fca38f-528d-4d8c-8de0-0ab98c4e5e45" providerId="ADAL" clId="{B2BBB3D7-9276-4714-8D4B-6E57D3D06075}" dt="2026-05-08T11:18:34.139" v="65" actId="1076"/>
          <ac:spMkLst>
            <pc:docMk/>
            <pc:sldMk cId="0" sldId="263"/>
            <ac:spMk id="5" creationId="{81AB1A06-B673-FAAB-096F-A00AB5EACF3E}"/>
          </ac:spMkLst>
        </pc:spChg>
        <pc:spChg chg="add mod">
          <ac:chgData name="STIRPARO, DARIO FERNANDO" userId="a2fca38f-528d-4d8c-8de0-0ab98c4e5e45" providerId="ADAL" clId="{B2BBB3D7-9276-4714-8D4B-6E57D3D06075}" dt="2026-05-08T11:18:41.754" v="67" actId="1076"/>
          <ac:spMkLst>
            <pc:docMk/>
            <pc:sldMk cId="0" sldId="263"/>
            <ac:spMk id="7" creationId="{5EEEDAD8-C236-DF1E-1452-5624BB258BC4}"/>
          </ac:spMkLst>
        </pc:spChg>
        <pc:spChg chg="add mod">
          <ac:chgData name="STIRPARO, DARIO FERNANDO" userId="a2fca38f-528d-4d8c-8de0-0ab98c4e5e45" providerId="ADAL" clId="{B2BBB3D7-9276-4714-8D4B-6E57D3D06075}" dt="2026-05-08T11:18:41.754" v="67" actId="1076"/>
          <ac:spMkLst>
            <pc:docMk/>
            <pc:sldMk cId="0" sldId="263"/>
            <ac:spMk id="13" creationId="{E4857A76-772B-FA2B-0836-4BC5E266900A}"/>
          </ac:spMkLst>
        </pc:spChg>
        <pc:spChg chg="add mod">
          <ac:chgData name="STIRPARO, DARIO FERNANDO" userId="a2fca38f-528d-4d8c-8de0-0ab98c4e5e45" providerId="ADAL" clId="{B2BBB3D7-9276-4714-8D4B-6E57D3D06075}" dt="2026-05-08T11:18:52.062" v="69" actId="1076"/>
          <ac:spMkLst>
            <pc:docMk/>
            <pc:sldMk cId="0" sldId="263"/>
            <ac:spMk id="15" creationId="{A70F2325-B686-6991-6C1B-605841A2D858}"/>
          </ac:spMkLst>
        </pc:spChg>
        <pc:spChg chg="add mod">
          <ac:chgData name="STIRPARO, DARIO FERNANDO" userId="a2fca38f-528d-4d8c-8de0-0ab98c4e5e45" providerId="ADAL" clId="{B2BBB3D7-9276-4714-8D4B-6E57D3D06075}" dt="2026-05-08T11:18:52.062" v="69" actId="1076"/>
          <ac:spMkLst>
            <pc:docMk/>
            <pc:sldMk cId="0" sldId="263"/>
            <ac:spMk id="18" creationId="{B2580EB0-47DF-2FAE-EE4F-1CD3C7F667D2}"/>
          </ac:spMkLst>
        </pc:spChg>
        <pc:spChg chg="add mod">
          <ac:chgData name="STIRPARO, DARIO FERNANDO" userId="a2fca38f-528d-4d8c-8de0-0ab98c4e5e45" providerId="ADAL" clId="{B2BBB3D7-9276-4714-8D4B-6E57D3D06075}" dt="2026-05-08T11:18:59.755" v="71" actId="1076"/>
          <ac:spMkLst>
            <pc:docMk/>
            <pc:sldMk cId="0" sldId="263"/>
            <ac:spMk id="20" creationId="{560089F0-1270-C2CE-2F5A-3818A7C6AF8E}"/>
          </ac:spMkLst>
        </pc:spChg>
        <pc:spChg chg="add mod">
          <ac:chgData name="STIRPARO, DARIO FERNANDO" userId="a2fca38f-528d-4d8c-8de0-0ab98c4e5e45" providerId="ADAL" clId="{B2BBB3D7-9276-4714-8D4B-6E57D3D06075}" dt="2026-05-08T11:18:59.755" v="71" actId="1076"/>
          <ac:spMkLst>
            <pc:docMk/>
            <pc:sldMk cId="0" sldId="263"/>
            <ac:spMk id="21" creationId="{B93542EA-A3AA-5CFA-F979-742324179811}"/>
          </ac:spMkLst>
        </pc:spChg>
        <pc:spChg chg="add mod">
          <ac:chgData name="STIRPARO, DARIO FERNANDO" userId="a2fca38f-528d-4d8c-8de0-0ab98c4e5e45" providerId="ADAL" clId="{B2BBB3D7-9276-4714-8D4B-6E57D3D06075}" dt="2026-05-08T11:19:10.107" v="73" actId="1076"/>
          <ac:spMkLst>
            <pc:docMk/>
            <pc:sldMk cId="0" sldId="263"/>
            <ac:spMk id="22" creationId="{95B7AD69-4443-CD6F-F46C-490AA4EF8D4F}"/>
          </ac:spMkLst>
        </pc:spChg>
        <pc:spChg chg="add mod">
          <ac:chgData name="STIRPARO, DARIO FERNANDO" userId="a2fca38f-528d-4d8c-8de0-0ab98c4e5e45" providerId="ADAL" clId="{B2BBB3D7-9276-4714-8D4B-6E57D3D06075}" dt="2026-05-08T11:19:10.107" v="73" actId="1076"/>
          <ac:spMkLst>
            <pc:docMk/>
            <pc:sldMk cId="0" sldId="263"/>
            <ac:spMk id="23" creationId="{F87092C8-23AF-83D8-5AEA-48C5A585137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CPF2 La Calera – </a:t>
            </a:r>
            <a:r>
              <a:rPr dirty="0" err="1"/>
              <a:t>Ampliación</a:t>
            </a:r>
            <a:r>
              <a:rPr dirty="0"/>
              <a:t> de </a:t>
            </a:r>
            <a:r>
              <a:rPr dirty="0" err="1"/>
              <a:t>Arquitectura</a:t>
            </a:r>
            <a:r>
              <a:rPr dirty="0"/>
              <a:t> de Control / </a:t>
            </a:r>
            <a:r>
              <a:rPr dirty="0" err="1"/>
              <a:t>Seguridad</a:t>
            </a:r>
            <a:r>
              <a:rPr dirty="0"/>
              <a:t> / PMS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Arquitectura existente + expansión (Rockwell PCS, HIMA SIS, ABB PMS)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Objetivo de la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960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 algn="l">
              <a:spcAft>
                <a:spcPts val="2400"/>
              </a:spcAft>
              <a:buFont typeface="Arial" panose="020B0604020202020204"/>
              <a:buChar char="●"/>
            </a:pPr>
            <a:r>
              <a:rPr lang="es-AR" sz="1800" b="1" dirty="0"/>
              <a:t>Alcance: </a:t>
            </a:r>
            <a:r>
              <a:rPr lang="es-AR" sz="1800" dirty="0"/>
              <a:t>Mostrar la arquitectura actual y la ampliación requerida, sobre sistemas instalados y operativos.</a:t>
            </a:r>
          </a:p>
          <a:p>
            <a:pPr marL="342900" indent="-342900" algn="l">
              <a:spcAft>
                <a:spcPts val="2400"/>
              </a:spcAft>
              <a:buFont typeface="Arial" panose="020B0604020202020204"/>
              <a:buChar char="●"/>
            </a:pPr>
            <a:r>
              <a:rPr lang="es-AR" sz="1800" b="1" dirty="0"/>
              <a:t>Sistemas cubiertos:</a:t>
            </a:r>
          </a:p>
          <a:p>
            <a:pPr marL="742950" indent="-285750" algn="l">
              <a:spcAft>
                <a:spcPts val="1200"/>
              </a:spcAft>
              <a:buFont typeface="Arial" panose="020B0604020202020204"/>
              <a:buChar char="–"/>
            </a:pPr>
            <a:r>
              <a:rPr lang="es-AR" sz="1600" dirty="0"/>
              <a:t>Sistema de Control PCS (Rockwell)</a:t>
            </a:r>
          </a:p>
          <a:p>
            <a:pPr marL="742950" indent="-285750" algn="l">
              <a:spcAft>
                <a:spcPts val="1200"/>
              </a:spcAft>
              <a:buFont typeface="Arial" panose="020B0604020202020204"/>
              <a:buChar char="–"/>
            </a:pPr>
            <a:r>
              <a:rPr lang="es-AR" sz="1600" dirty="0"/>
              <a:t>Sistema de Seguridad SIS (HIMA)</a:t>
            </a:r>
          </a:p>
          <a:p>
            <a:pPr marL="742950" indent="-285750" algn="l">
              <a:spcAft>
                <a:spcPts val="2400"/>
              </a:spcAft>
              <a:buFont typeface="Arial" panose="020B0604020202020204"/>
              <a:buChar char="–"/>
            </a:pPr>
            <a:r>
              <a:rPr lang="es-AR" sz="1600" dirty="0"/>
              <a:t>PMS ABB e integración con SCADA</a:t>
            </a:r>
          </a:p>
          <a:p>
            <a:pPr marL="342900" indent="-342900" algn="l">
              <a:spcAft>
                <a:spcPts val="2400"/>
              </a:spcAft>
              <a:buFont typeface="Arial" panose="020B0604020202020204"/>
              <a:buChar char="●"/>
            </a:pPr>
            <a:r>
              <a:rPr lang="es-AR" sz="1800" b="1" dirty="0"/>
              <a:t>Enfoque: </a:t>
            </a:r>
            <a:r>
              <a:rPr lang="es-AR" sz="1800" dirty="0"/>
              <a:t>Puntos de integración, redes y elementos que se incorporan (controladores, remotas, gabinetes y comunicaciones).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1) PCS – Arquitectura de sistemas (Rockwell) – existente</a:t>
            </a:r>
          </a:p>
        </p:txBody>
      </p:sp>
      <p:pic>
        <p:nvPicPr>
          <p:cNvPr id="3" name="Picture 2" descr="pcs_arch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44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9DEA6-6CF9-62B7-21BA-777EEF38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77F0-C6FA-E7D0-633C-648E4E22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1) PCS – Arquitectura de sistemas (Rockwell) – existente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994865-7AD6-4CFA-71E9-0F5CF3809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47" y="1500838"/>
            <a:ext cx="7032854" cy="4981814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B715C37-190D-CFB7-1B36-A70B7FEE7C2B}"/>
              </a:ext>
            </a:extLst>
          </p:cNvPr>
          <p:cNvSpPr/>
          <p:nvPr/>
        </p:nvSpPr>
        <p:spPr>
          <a:xfrm>
            <a:off x="1940118" y="1590261"/>
            <a:ext cx="2743200" cy="197192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3576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PCS – Ampliación: incorporación de nuevo controlador y gabinetes I/O</a:t>
            </a:r>
          </a:p>
        </p:txBody>
      </p:sp>
      <p:pic>
        <p:nvPicPr>
          <p:cNvPr id="3" name="Picture 2" descr="pcs_prel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1296738"/>
            <a:ext cx="853440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972800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defRPr sz="1400"/>
            </a:pPr>
            <a:r>
              <a:rPr lang="es-AR" sz="1400" i="1" dirty="0"/>
              <a:t>Integración de un controlador nuevo (provisto) a la red de control existente, con sus gabinetes de E/S.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0782CB-927B-71CD-88A1-D63B986E2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72" y="1446410"/>
            <a:ext cx="2821055" cy="930052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BFCDBE4-3B0F-85A6-0923-8698FAD9BBED}"/>
              </a:ext>
            </a:extLst>
          </p:cNvPr>
          <p:cNvSpPr/>
          <p:nvPr/>
        </p:nvSpPr>
        <p:spPr>
          <a:xfrm>
            <a:off x="7398327" y="2064319"/>
            <a:ext cx="2699000" cy="1809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695DEE14-4348-8D15-8C4C-736E805FD067}"/>
              </a:ext>
            </a:extLst>
          </p:cNvPr>
          <p:cNvCxnSpPr>
            <a:cxnSpLocks/>
          </p:cNvCxnSpPr>
          <p:nvPr/>
        </p:nvCxnSpPr>
        <p:spPr>
          <a:xfrm flipH="1">
            <a:off x="6625733" y="2245243"/>
            <a:ext cx="737681" cy="1862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5C894FE7-EFF5-3A2B-93C8-51CC2F9B2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998" y="2399811"/>
            <a:ext cx="1917422" cy="151584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5475AC9-052F-A955-993C-3053ADF63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669" y="3939009"/>
            <a:ext cx="1865051" cy="1999619"/>
          </a:xfrm>
          <a:prstGeom prst="rect">
            <a:avLst/>
          </a:prstGeom>
        </p:spPr>
      </p:pic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5620533-FC8E-E2D9-B4C9-7E836D2667BD}"/>
              </a:ext>
            </a:extLst>
          </p:cNvPr>
          <p:cNvSpPr/>
          <p:nvPr/>
        </p:nvSpPr>
        <p:spPr>
          <a:xfrm>
            <a:off x="7398327" y="2378418"/>
            <a:ext cx="2097741" cy="153724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8906591-14B4-84FB-F175-4B7B8B44ACE5}"/>
              </a:ext>
            </a:extLst>
          </p:cNvPr>
          <p:cNvSpPr/>
          <p:nvPr/>
        </p:nvSpPr>
        <p:spPr>
          <a:xfrm>
            <a:off x="8064160" y="3940964"/>
            <a:ext cx="2329520" cy="19976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593CDAB-2943-35E3-05E1-F9484AD8CC19}"/>
              </a:ext>
            </a:extLst>
          </p:cNvPr>
          <p:cNvCxnSpPr>
            <a:cxnSpLocks/>
          </p:cNvCxnSpPr>
          <p:nvPr/>
        </p:nvCxnSpPr>
        <p:spPr>
          <a:xfrm flipH="1">
            <a:off x="6671994" y="3882220"/>
            <a:ext cx="790907" cy="249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EBA260E-DC54-469F-2135-689B23B9EADC}"/>
              </a:ext>
            </a:extLst>
          </p:cNvPr>
          <p:cNvCxnSpPr>
            <a:cxnSpLocks/>
          </p:cNvCxnSpPr>
          <p:nvPr/>
        </p:nvCxnSpPr>
        <p:spPr>
          <a:xfrm flipH="1" flipV="1">
            <a:off x="6668286" y="4233133"/>
            <a:ext cx="1321712" cy="3193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5DC2BB8-C9A6-EFD1-F55F-CEFCDAE91EB8}"/>
              </a:ext>
            </a:extLst>
          </p:cNvPr>
          <p:cNvSpPr/>
          <p:nvPr/>
        </p:nvSpPr>
        <p:spPr>
          <a:xfrm>
            <a:off x="3325091" y="3755397"/>
            <a:ext cx="3282235" cy="6699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B3C62939-D83C-67FA-E247-E50078DEF21A}"/>
              </a:ext>
            </a:extLst>
          </p:cNvPr>
          <p:cNvSpPr/>
          <p:nvPr/>
        </p:nvSpPr>
        <p:spPr>
          <a:xfrm>
            <a:off x="3765176" y="6140479"/>
            <a:ext cx="2127081" cy="274344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D219C9A6-A1A0-6F07-4E3D-F1116B7DADED}"/>
              </a:ext>
            </a:extLst>
          </p:cNvPr>
          <p:cNvCxnSpPr>
            <a:cxnSpLocks/>
          </p:cNvCxnSpPr>
          <p:nvPr/>
        </p:nvCxnSpPr>
        <p:spPr>
          <a:xfrm flipV="1">
            <a:off x="4618157" y="4493110"/>
            <a:ext cx="0" cy="161393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91AB608-52E1-A73A-463B-02775890E41F}"/>
              </a:ext>
            </a:extLst>
          </p:cNvPr>
          <p:cNvSpPr txBox="1"/>
          <p:nvPr/>
        </p:nvSpPr>
        <p:spPr>
          <a:xfrm>
            <a:off x="9897337" y="2433510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A2246CE2-E4A1-A03D-4804-3C0D1D4BB4C3}"/>
              </a:ext>
            </a:extLst>
          </p:cNvPr>
          <p:cNvSpPr/>
          <p:nvPr/>
        </p:nvSpPr>
        <p:spPr>
          <a:xfrm rot="2929347">
            <a:off x="9681270" y="2652555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2B04902-69BF-C381-0D8A-9746E4DA61E8}"/>
              </a:ext>
            </a:extLst>
          </p:cNvPr>
          <p:cNvSpPr txBox="1"/>
          <p:nvPr/>
        </p:nvSpPr>
        <p:spPr>
          <a:xfrm>
            <a:off x="10722703" y="3864249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51FC82FA-2223-ECE8-358B-CA84CA4F5A5B}"/>
              </a:ext>
            </a:extLst>
          </p:cNvPr>
          <p:cNvSpPr/>
          <p:nvPr/>
        </p:nvSpPr>
        <p:spPr>
          <a:xfrm rot="2929347">
            <a:off x="10506636" y="4083294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Cantidad de señales a incorporar (referencia: oferta técnica)</a:t>
            </a:r>
          </a:p>
        </p:txBody>
      </p:sp>
      <p:pic>
        <p:nvPicPr>
          <p:cNvPr id="3" name="Picture 2" descr="oft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80160"/>
            <a:ext cx="7071360" cy="521208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A601380-0AD3-1196-38FF-E42DCCAA0FA9}"/>
              </a:ext>
            </a:extLst>
          </p:cNvPr>
          <p:cNvSpPr/>
          <p:nvPr/>
        </p:nvSpPr>
        <p:spPr>
          <a:xfrm>
            <a:off x="4595854" y="2007704"/>
            <a:ext cx="4293704" cy="11926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3BD5370-E5A8-E521-7391-5E3365D3D02A}"/>
              </a:ext>
            </a:extLst>
          </p:cNvPr>
          <p:cNvSpPr/>
          <p:nvPr/>
        </p:nvSpPr>
        <p:spPr>
          <a:xfrm>
            <a:off x="4255273" y="4137331"/>
            <a:ext cx="4431528" cy="1875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0B80A11-DC3C-10BA-DA5E-4213C0004EC3}"/>
              </a:ext>
            </a:extLst>
          </p:cNvPr>
          <p:cNvSpPr/>
          <p:nvPr/>
        </p:nvSpPr>
        <p:spPr>
          <a:xfrm>
            <a:off x="4073718" y="4723079"/>
            <a:ext cx="4815840" cy="1875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40B930F-D6D6-5F5D-92D1-5899E4CA90A0}"/>
              </a:ext>
            </a:extLst>
          </p:cNvPr>
          <p:cNvSpPr/>
          <p:nvPr/>
        </p:nvSpPr>
        <p:spPr>
          <a:xfrm>
            <a:off x="4077693" y="5062997"/>
            <a:ext cx="4815840" cy="1875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2) SIS – Arquitectura de sistema de seguridad (HIMA)</a:t>
            </a:r>
          </a:p>
        </p:txBody>
      </p:sp>
      <p:pic>
        <p:nvPicPr>
          <p:cNvPr id="3" name="Picture 2" descr="hima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534400" cy="51206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D6FFFB-5469-37BE-689B-FB131020F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256" y="3301224"/>
            <a:ext cx="1372916" cy="1789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274AD52-36F7-964D-1AEE-26C4AF98A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8256" y="4374111"/>
            <a:ext cx="1372916" cy="2264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452846-D81B-6487-FFBA-E18982E92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256" y="5250010"/>
            <a:ext cx="1372916" cy="130560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5D22C71-F82D-F605-A92C-C62F5FD8F5AB}"/>
              </a:ext>
            </a:extLst>
          </p:cNvPr>
          <p:cNvSpPr/>
          <p:nvPr/>
        </p:nvSpPr>
        <p:spPr>
          <a:xfrm>
            <a:off x="5076334" y="3233394"/>
            <a:ext cx="318155" cy="294587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E24B8C2-D7C6-8C18-23AF-29FB27D3F53B}"/>
              </a:ext>
            </a:extLst>
          </p:cNvPr>
          <p:cNvSpPr/>
          <p:nvPr/>
        </p:nvSpPr>
        <p:spPr>
          <a:xfrm>
            <a:off x="8572184" y="3216814"/>
            <a:ext cx="366123" cy="33562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13530B7-0837-0240-A04B-A9E710D12261}"/>
              </a:ext>
            </a:extLst>
          </p:cNvPr>
          <p:cNvSpPr/>
          <p:nvPr/>
        </p:nvSpPr>
        <p:spPr>
          <a:xfrm>
            <a:off x="9018256" y="3423651"/>
            <a:ext cx="1372916" cy="67781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3FEB769-F83E-8092-6459-96528643C280}"/>
              </a:ext>
            </a:extLst>
          </p:cNvPr>
          <p:cNvCxnSpPr/>
          <p:nvPr/>
        </p:nvCxnSpPr>
        <p:spPr>
          <a:xfrm flipH="1" flipV="1">
            <a:off x="8934567" y="3364020"/>
            <a:ext cx="71058" cy="65241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35681A6A-B254-A658-B2A3-EF2EE36545C2}"/>
              </a:ext>
            </a:extLst>
          </p:cNvPr>
          <p:cNvSpPr/>
          <p:nvPr/>
        </p:nvSpPr>
        <p:spPr>
          <a:xfrm>
            <a:off x="9025813" y="3344178"/>
            <a:ext cx="1372916" cy="6778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A062237-F3FA-17B4-73C3-5140445A8984}"/>
              </a:ext>
            </a:extLst>
          </p:cNvPr>
          <p:cNvSpPr/>
          <p:nvPr/>
        </p:nvSpPr>
        <p:spPr>
          <a:xfrm>
            <a:off x="9025813" y="4510292"/>
            <a:ext cx="1372916" cy="91600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EAD5AF2-BF19-844E-E3F3-C2414354FCA6}"/>
              </a:ext>
            </a:extLst>
          </p:cNvPr>
          <p:cNvSpPr/>
          <p:nvPr/>
        </p:nvSpPr>
        <p:spPr>
          <a:xfrm>
            <a:off x="8579664" y="4019462"/>
            <a:ext cx="358643" cy="33562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1CE91CF-B9E2-94A6-4DAD-044348F3E019}"/>
              </a:ext>
            </a:extLst>
          </p:cNvPr>
          <p:cNvCxnSpPr>
            <a:cxnSpLocks/>
          </p:cNvCxnSpPr>
          <p:nvPr/>
        </p:nvCxnSpPr>
        <p:spPr>
          <a:xfrm flipH="1" flipV="1">
            <a:off x="8816761" y="4356957"/>
            <a:ext cx="195581" cy="197255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91474A0-A8CB-E6A6-43E8-EEB7A08CA528}"/>
              </a:ext>
            </a:extLst>
          </p:cNvPr>
          <p:cNvSpPr/>
          <p:nvPr/>
        </p:nvSpPr>
        <p:spPr>
          <a:xfrm>
            <a:off x="6499896" y="4019462"/>
            <a:ext cx="716197" cy="33562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9690870F-6464-6D67-54EA-696B3F300E34}"/>
              </a:ext>
            </a:extLst>
          </p:cNvPr>
          <p:cNvSpPr/>
          <p:nvPr/>
        </p:nvSpPr>
        <p:spPr>
          <a:xfrm>
            <a:off x="5069656" y="4039980"/>
            <a:ext cx="318155" cy="294587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CB15893-82BC-AEDD-3C73-DE6EEAB7B49D}"/>
              </a:ext>
            </a:extLst>
          </p:cNvPr>
          <p:cNvCxnSpPr>
            <a:cxnSpLocks/>
          </p:cNvCxnSpPr>
          <p:nvPr/>
        </p:nvCxnSpPr>
        <p:spPr>
          <a:xfrm flipH="1" flipV="1">
            <a:off x="7255916" y="4218587"/>
            <a:ext cx="1749709" cy="367685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C87414E2-3695-797A-023E-CC4AC61806AA}"/>
              </a:ext>
            </a:extLst>
          </p:cNvPr>
          <p:cNvSpPr/>
          <p:nvPr/>
        </p:nvSpPr>
        <p:spPr>
          <a:xfrm>
            <a:off x="9040314" y="4426485"/>
            <a:ext cx="1372916" cy="6778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FAFB4E2B-5B5A-5445-56B4-F5A1A0B64EB9}"/>
              </a:ext>
            </a:extLst>
          </p:cNvPr>
          <p:cNvSpPr/>
          <p:nvPr/>
        </p:nvSpPr>
        <p:spPr>
          <a:xfrm>
            <a:off x="9018256" y="5248667"/>
            <a:ext cx="1372916" cy="130560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86AD04F6-F3A8-F4E9-692E-92A4A220FACC}"/>
              </a:ext>
            </a:extLst>
          </p:cNvPr>
          <p:cNvSpPr/>
          <p:nvPr/>
        </p:nvSpPr>
        <p:spPr>
          <a:xfrm>
            <a:off x="5062978" y="4841443"/>
            <a:ext cx="318155" cy="294587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9E39C307-E41D-9A47-F532-461814BD2D96}"/>
              </a:ext>
            </a:extLst>
          </p:cNvPr>
          <p:cNvSpPr/>
          <p:nvPr/>
        </p:nvSpPr>
        <p:spPr>
          <a:xfrm>
            <a:off x="7651240" y="4841443"/>
            <a:ext cx="716735" cy="33562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C1C1698F-543C-0CEF-A712-41876063FD60}"/>
              </a:ext>
            </a:extLst>
          </p:cNvPr>
          <p:cNvSpPr/>
          <p:nvPr/>
        </p:nvSpPr>
        <p:spPr>
          <a:xfrm>
            <a:off x="8535624" y="4808788"/>
            <a:ext cx="402683" cy="368280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68A744CF-3D11-26CA-790E-2AC4B098EAB1}"/>
              </a:ext>
            </a:extLst>
          </p:cNvPr>
          <p:cNvCxnSpPr>
            <a:cxnSpLocks/>
          </p:cNvCxnSpPr>
          <p:nvPr/>
        </p:nvCxnSpPr>
        <p:spPr>
          <a:xfrm flipH="1" flipV="1">
            <a:off x="8375645" y="5177068"/>
            <a:ext cx="622309" cy="136879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9929869F-907A-E004-14DD-5C558A245B3B}"/>
              </a:ext>
            </a:extLst>
          </p:cNvPr>
          <p:cNvCxnSpPr>
            <a:cxnSpLocks/>
          </p:cNvCxnSpPr>
          <p:nvPr/>
        </p:nvCxnSpPr>
        <p:spPr>
          <a:xfrm flipH="1" flipV="1">
            <a:off x="8966821" y="5108883"/>
            <a:ext cx="73493" cy="10502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3BB32C2-1438-9739-6C52-A7A666556CFF}"/>
              </a:ext>
            </a:extLst>
          </p:cNvPr>
          <p:cNvSpPr txBox="1"/>
          <p:nvPr/>
        </p:nvSpPr>
        <p:spPr>
          <a:xfrm>
            <a:off x="10655432" y="2818362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A10A2052-E562-2CDA-A569-A9E98B3402F8}"/>
              </a:ext>
            </a:extLst>
          </p:cNvPr>
          <p:cNvSpPr/>
          <p:nvPr/>
        </p:nvSpPr>
        <p:spPr>
          <a:xfrm rot="2929347">
            <a:off x="10439365" y="3037407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E1633D-8D42-0228-B016-C402B90D7BF8}"/>
              </a:ext>
            </a:extLst>
          </p:cNvPr>
          <p:cNvSpPr txBox="1"/>
          <p:nvPr/>
        </p:nvSpPr>
        <p:spPr>
          <a:xfrm>
            <a:off x="10648808" y="3845408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F0CD1DBF-E2B5-1061-398E-24E66C252DD7}"/>
              </a:ext>
            </a:extLst>
          </p:cNvPr>
          <p:cNvSpPr/>
          <p:nvPr/>
        </p:nvSpPr>
        <p:spPr>
          <a:xfrm rot="2929347">
            <a:off x="10432741" y="4064453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3) PMS ABB – Arquitectura SCADA ELE/PMS y expansión CPF2</a:t>
            </a:r>
          </a:p>
        </p:txBody>
      </p:sp>
      <p:pic>
        <p:nvPicPr>
          <p:cNvPr id="3" name="Picture 2" descr="pm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4937760"/>
          </a:xfrm>
          <a:prstGeom prst="rect">
            <a:avLst/>
          </a:prstGeom>
        </p:spPr>
      </p:pic>
      <p:pic>
        <p:nvPicPr>
          <p:cNvPr id="4" name="Picture 3" descr="pms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554480"/>
            <a:ext cx="5486400" cy="493776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A330467-816F-EB3B-E762-BB1CBBFFCEA0}"/>
              </a:ext>
            </a:extLst>
          </p:cNvPr>
          <p:cNvSpPr/>
          <p:nvPr/>
        </p:nvSpPr>
        <p:spPr>
          <a:xfrm>
            <a:off x="6493397" y="2430684"/>
            <a:ext cx="4988689" cy="365181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6B8CC9-2398-91D8-D109-A05FEAA2A1D2}"/>
              </a:ext>
            </a:extLst>
          </p:cNvPr>
          <p:cNvSpPr txBox="1"/>
          <p:nvPr/>
        </p:nvSpPr>
        <p:spPr>
          <a:xfrm>
            <a:off x="11654259" y="2299879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A8B93A49-2083-12B2-C526-ABD6BDE1FDDE}"/>
              </a:ext>
            </a:extLst>
          </p:cNvPr>
          <p:cNvSpPr/>
          <p:nvPr/>
        </p:nvSpPr>
        <p:spPr>
          <a:xfrm rot="2929347">
            <a:off x="11438192" y="2518924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D7ED8C6-0912-FA0D-C5B0-966DA4E23FB1}"/>
              </a:ext>
            </a:extLst>
          </p:cNvPr>
          <p:cNvSpPr/>
          <p:nvPr/>
        </p:nvSpPr>
        <p:spPr>
          <a:xfrm>
            <a:off x="8837875" y="3240157"/>
            <a:ext cx="190831" cy="15982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rPr lang="es-AR" dirty="0"/>
              <a:t>Comunicaciones OT / Dispositivos a integrar a nivel controlador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10972800" cy="5437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AR" sz="1300" i="1"/>
              <a:t>Se prevé la incorporación de múltiples dispositivos que comunicarán directamente con el PCS (CPU Rockwell) a nivel controlador.</a:t>
            </a:r>
          </a:p>
          <a:p>
            <a:pPr algn="ctr"/>
            <a:r>
              <a:rPr lang="es-AR" sz="1300" i="1"/>
              <a:t>Infraestructura FO (patch panels 6/12/24 hilos), switches ETH/FO y cableado Cat6 según diagrama en bloques.</a:t>
            </a:r>
            <a:endParaRPr lang="es-AR" sz="1300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CCA84E-AFBA-626A-D9D6-C7592DFB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77" y="1468080"/>
            <a:ext cx="5493488" cy="45679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952AE7B-67C3-63AF-AACC-684A3B76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871" y="1452730"/>
            <a:ext cx="5848031" cy="4391030"/>
          </a:xfrm>
          <a:prstGeom prst="rect">
            <a:avLst/>
          </a:prstGeom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FC1BA1C-31D1-481F-019D-A63FF4F09148}"/>
              </a:ext>
            </a:extLst>
          </p:cNvPr>
          <p:cNvSpPr/>
          <p:nvPr/>
        </p:nvSpPr>
        <p:spPr>
          <a:xfrm>
            <a:off x="746567" y="1620456"/>
            <a:ext cx="1319514" cy="46298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96995CD-DC57-4812-C2EC-0D024137FAB0}"/>
              </a:ext>
            </a:extLst>
          </p:cNvPr>
          <p:cNvSpPr/>
          <p:nvPr/>
        </p:nvSpPr>
        <p:spPr>
          <a:xfrm>
            <a:off x="645867" y="2235819"/>
            <a:ext cx="1275530" cy="52474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FB3C074-DB47-2E1C-C2FB-F53AD20F5784}"/>
              </a:ext>
            </a:extLst>
          </p:cNvPr>
          <p:cNvSpPr/>
          <p:nvPr/>
        </p:nvSpPr>
        <p:spPr>
          <a:xfrm>
            <a:off x="742708" y="2934038"/>
            <a:ext cx="1132391" cy="5942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9EE73C0-BEA8-80FE-4CE8-22DF373AA471}"/>
              </a:ext>
            </a:extLst>
          </p:cNvPr>
          <p:cNvSpPr/>
          <p:nvPr/>
        </p:nvSpPr>
        <p:spPr>
          <a:xfrm>
            <a:off x="742709" y="3680701"/>
            <a:ext cx="1132391" cy="5942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043281C-6E9B-E474-7AAA-3860C30B6405}"/>
              </a:ext>
            </a:extLst>
          </p:cNvPr>
          <p:cNvSpPr/>
          <p:nvPr/>
        </p:nvSpPr>
        <p:spPr>
          <a:xfrm>
            <a:off x="3796109" y="2473099"/>
            <a:ext cx="1701865" cy="52474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39381F9-F385-1DE5-CA02-A0C0EE3ACA3D}"/>
              </a:ext>
            </a:extLst>
          </p:cNvPr>
          <p:cNvSpPr/>
          <p:nvPr/>
        </p:nvSpPr>
        <p:spPr>
          <a:xfrm>
            <a:off x="3796109" y="3227288"/>
            <a:ext cx="1071046" cy="5247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628EDE5-26B0-DF00-652F-DF2357250A6E}"/>
              </a:ext>
            </a:extLst>
          </p:cNvPr>
          <p:cNvSpPr/>
          <p:nvPr/>
        </p:nvSpPr>
        <p:spPr>
          <a:xfrm>
            <a:off x="5868375" y="5294118"/>
            <a:ext cx="960688" cy="52474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31D1EA3-93DA-F9C3-D784-BAA24A26EA9D}"/>
              </a:ext>
            </a:extLst>
          </p:cNvPr>
          <p:cNvSpPr/>
          <p:nvPr/>
        </p:nvSpPr>
        <p:spPr>
          <a:xfrm>
            <a:off x="10320770" y="3528301"/>
            <a:ext cx="1424538" cy="12115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8AABF8-C657-FF51-4B0B-5CB4DB8F4BF2}"/>
              </a:ext>
            </a:extLst>
          </p:cNvPr>
          <p:cNvSpPr txBox="1"/>
          <p:nvPr/>
        </p:nvSpPr>
        <p:spPr>
          <a:xfrm>
            <a:off x="5914517" y="1853383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81AB1A06-B673-FAAB-096F-A00AB5EACF3E}"/>
              </a:ext>
            </a:extLst>
          </p:cNvPr>
          <p:cNvSpPr/>
          <p:nvPr/>
        </p:nvSpPr>
        <p:spPr>
          <a:xfrm rot="2929347">
            <a:off x="5698450" y="2072428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EEEDAD8-C236-DF1E-1452-5624BB258BC4}"/>
              </a:ext>
            </a:extLst>
          </p:cNvPr>
          <p:cNvSpPr txBox="1"/>
          <p:nvPr/>
        </p:nvSpPr>
        <p:spPr>
          <a:xfrm>
            <a:off x="7130705" y="4751889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E4857A76-772B-FA2B-0836-4BC5E266900A}"/>
              </a:ext>
            </a:extLst>
          </p:cNvPr>
          <p:cNvSpPr/>
          <p:nvPr/>
        </p:nvSpPr>
        <p:spPr>
          <a:xfrm rot="2929347">
            <a:off x="6914638" y="4970934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70F2325-B686-6991-6C1B-605841A2D858}"/>
              </a:ext>
            </a:extLst>
          </p:cNvPr>
          <p:cNvSpPr txBox="1"/>
          <p:nvPr/>
        </p:nvSpPr>
        <p:spPr>
          <a:xfrm>
            <a:off x="5217299" y="2991714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B2580EB0-47DF-2FAE-EE4F-1CD3C7F667D2}"/>
              </a:ext>
            </a:extLst>
          </p:cNvPr>
          <p:cNvSpPr/>
          <p:nvPr/>
        </p:nvSpPr>
        <p:spPr>
          <a:xfrm rot="2929347">
            <a:off x="5001232" y="3210759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60089F0-1270-C2CE-2F5A-3818A7C6AF8E}"/>
              </a:ext>
            </a:extLst>
          </p:cNvPr>
          <p:cNvSpPr txBox="1"/>
          <p:nvPr/>
        </p:nvSpPr>
        <p:spPr>
          <a:xfrm>
            <a:off x="2502031" y="860885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B93542EA-A3AA-5CFA-F979-742324179811}"/>
              </a:ext>
            </a:extLst>
          </p:cNvPr>
          <p:cNvSpPr/>
          <p:nvPr/>
        </p:nvSpPr>
        <p:spPr>
          <a:xfrm rot="2929347">
            <a:off x="2285964" y="1079930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5B7AD69-4443-CD6F-F46C-490AA4EF8D4F}"/>
              </a:ext>
            </a:extLst>
          </p:cNvPr>
          <p:cNvSpPr txBox="1"/>
          <p:nvPr/>
        </p:nvSpPr>
        <p:spPr>
          <a:xfrm>
            <a:off x="11560472" y="2818361"/>
            <a:ext cx="651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100" b="1" dirty="0">
                <a:solidFill>
                  <a:srgbClr val="FF0000"/>
                </a:solidFill>
              </a:rPr>
              <a:t>Nuevo</a:t>
            </a:r>
          </a:p>
        </p:txBody>
      </p:sp>
      <p:sp>
        <p:nvSpPr>
          <p:cNvPr id="23" name="Flecha: hacia abajo 22">
            <a:extLst>
              <a:ext uri="{FF2B5EF4-FFF2-40B4-BE49-F238E27FC236}">
                <a16:creationId xmlns:a16="http://schemas.microsoft.com/office/drawing/2014/main" id="{F87092C8-23AF-83D8-5AEA-48C5A585137A}"/>
              </a:ext>
            </a:extLst>
          </p:cNvPr>
          <p:cNvSpPr/>
          <p:nvPr/>
        </p:nvSpPr>
        <p:spPr>
          <a:xfrm rot="2929347">
            <a:off x="11344405" y="3037406"/>
            <a:ext cx="347240" cy="358815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Integraciones clave y criterios de redundancia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960" cy="31906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 algn="l">
              <a:spcAft>
                <a:spcPts val="2800"/>
              </a:spcAft>
              <a:buFont typeface="Arial" panose="020B0604020202020204"/>
              <a:buChar char="●"/>
            </a:pPr>
            <a:r>
              <a:rPr lang="es-AR" sz="1800" b="1" dirty="0"/>
              <a:t>SCADA–PMS: </a:t>
            </a:r>
            <a:r>
              <a:rPr lang="es-AR" sz="1800" dirty="0"/>
              <a:t>Comunicación mediante enlace directo punto a punto.</a:t>
            </a:r>
          </a:p>
          <a:p>
            <a:pPr marL="342900" indent="-342900" algn="l">
              <a:spcAft>
                <a:spcPts val="2800"/>
              </a:spcAft>
              <a:buFont typeface="Arial" panose="020B0604020202020204"/>
              <a:buChar char="●"/>
            </a:pPr>
            <a:r>
              <a:rPr lang="es-AR" sz="1800" b="1" dirty="0"/>
              <a:t>PMS–SCADA: </a:t>
            </a:r>
            <a:r>
              <a:rPr lang="es-AR" sz="1800" dirty="0"/>
              <a:t>Integración por Modbus TCP redundante (según arquitectura de expansión).</a:t>
            </a:r>
          </a:p>
          <a:p>
            <a:pPr marL="342900" indent="-342900" algn="l">
              <a:spcAft>
                <a:spcPts val="2800"/>
              </a:spcAft>
              <a:buFont typeface="Arial" panose="020B0604020202020204"/>
              <a:buChar char="●"/>
            </a:pPr>
            <a:r>
              <a:rPr lang="es-AR" sz="1800" b="1" dirty="0"/>
              <a:t>Red IEC 61850: </a:t>
            </a:r>
            <a:r>
              <a:rPr lang="es-AR" sz="1800" dirty="0"/>
              <a:t>Redundante, topología anillo para IEDs; redes de control y modulebus redundantes.</a:t>
            </a:r>
          </a:p>
          <a:p>
            <a:pPr marL="342900" indent="-342900" algn="l">
              <a:spcAft>
                <a:spcPts val="2800"/>
              </a:spcAft>
              <a:buFont typeface="Arial" panose="020B0604020202020204"/>
              <a:buChar char="●"/>
            </a:pPr>
            <a:r>
              <a:rPr lang="es-AR" sz="1800" b="1" dirty="0"/>
              <a:t>PROFINET CPF2: </a:t>
            </a:r>
            <a:r>
              <a:rPr lang="es-AR" sz="1800" dirty="0"/>
              <a:t>Redundante para integración de UMCs y variadores al PMS.</a:t>
            </a:r>
          </a:p>
          <a:p>
            <a:pPr marL="342900" indent="-342900" algn="l">
              <a:spcAft>
                <a:spcPts val="2800"/>
              </a:spcAft>
              <a:buFont typeface="Arial" panose="020B0604020202020204"/>
              <a:buChar char="●"/>
            </a:pPr>
            <a:r>
              <a:rPr lang="es-AR" sz="1800" b="1" dirty="0"/>
              <a:t>Criterios de etapa 1: </a:t>
            </a:r>
            <a:r>
              <a:rPr lang="es-AR" sz="1800" dirty="0"/>
              <a:t>Se mantienen redundancias, redes y típicos, extendiendo para incorporar equipamiento de expansión.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Elementos principales de la ampliación (gabinetes/tableros)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96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 algn="l">
              <a:spcAft>
                <a:spcPts val="3600"/>
              </a:spcAft>
              <a:buFont typeface="Arial" panose="020B0604020202020204"/>
              <a:buChar char="●"/>
            </a:pPr>
            <a:r>
              <a:rPr lang="es-AR" sz="1800" b="1" dirty="0"/>
              <a:t>PCS: </a:t>
            </a:r>
            <a:r>
              <a:rPr lang="es-AR" sz="1800" dirty="0"/>
              <a:t>Gabinetes de procesos + marshalling CPF2PCS-SC-07a y CPF2PCS-SC-07b.</a:t>
            </a:r>
          </a:p>
          <a:p>
            <a:pPr marL="342900" indent="-342900" algn="l">
              <a:spcAft>
                <a:spcPts val="3600"/>
              </a:spcAft>
              <a:buFont typeface="Arial" panose="020B0604020202020204"/>
              <a:buChar char="●"/>
            </a:pPr>
            <a:r>
              <a:rPr lang="es-AR" sz="1800" b="1" dirty="0"/>
              <a:t>Comunicaciones OT: </a:t>
            </a:r>
            <a:r>
              <a:rPr lang="es-AR" sz="1800" dirty="0"/>
              <a:t>Gabinetes CPF-COM-07, CPF-COM-SE3 y CPF-COM-SE4.</a:t>
            </a:r>
          </a:p>
          <a:p>
            <a:pPr marL="342900" indent="-342900" algn="l">
              <a:spcAft>
                <a:spcPts val="3600"/>
              </a:spcAft>
              <a:buFont typeface="Arial" panose="020B0604020202020204"/>
              <a:buChar char="●"/>
            </a:pPr>
            <a:r>
              <a:rPr lang="es-AR" sz="1800" b="1" dirty="0"/>
              <a:t>PMS: </a:t>
            </a:r>
            <a:r>
              <a:rPr lang="es-AR" sz="1800" dirty="0"/>
              <a:t>Comunicaciones PMS redundante y extensión a Salas Eléctricas #3 y #4 (controladores redundantes).</a:t>
            </a:r>
          </a:p>
          <a:p>
            <a:pPr marL="342900" indent="-342900" algn="l">
              <a:spcAft>
                <a:spcPts val="3600"/>
              </a:spcAft>
              <a:buFont typeface="Arial" panose="020B0604020202020204"/>
              <a:buChar char="●"/>
            </a:pPr>
            <a:r>
              <a:rPr lang="es-AR" sz="1800" b="1" dirty="0"/>
              <a:t>Ensayos: </a:t>
            </a:r>
            <a:r>
              <a:rPr lang="es-AR" sz="1800" dirty="0"/>
              <a:t>FAT integral en oficina del proveedor; para SCADA de SIS se requiere apoyo HIMA para simulación/demostración.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Documentos base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8960" cy="28520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 algn="l">
              <a:spcAft>
                <a:spcPts val="2000"/>
              </a:spcAft>
              <a:buFont typeface="Arial" panose="020B0604020202020204"/>
              <a:buChar char="●"/>
            </a:pPr>
            <a:r>
              <a:rPr lang="es-AR" sz="1600" b="1" dirty="0"/>
              <a:t>ACAL-100-PL-K-100_11: </a:t>
            </a:r>
            <a:r>
              <a:rPr lang="es-AR" sz="1600" dirty="0"/>
              <a:t>Arquitectura de Sistemas PCS (Rockwell).</a:t>
            </a:r>
          </a:p>
          <a:p>
            <a:pPr marL="342900" indent="-342900" algn="l">
              <a:spcAft>
                <a:spcPts val="2000"/>
              </a:spcAft>
              <a:buFont typeface="Arial" panose="020B0604020202020204"/>
              <a:buChar char="●"/>
            </a:pPr>
            <a:r>
              <a:rPr lang="es-AR" sz="1600" b="1" dirty="0"/>
              <a:t>Arquitectura Preliminar: </a:t>
            </a:r>
            <a:r>
              <a:rPr lang="es-AR" sz="1600" dirty="0"/>
              <a:t>Ampliación propuesta PCS.</a:t>
            </a:r>
          </a:p>
          <a:p>
            <a:pPr marL="342900" indent="-342900" algn="l">
              <a:spcAft>
                <a:spcPts val="2000"/>
              </a:spcAft>
              <a:buFont typeface="Arial" panose="020B0604020202020204"/>
              <a:buChar char="●"/>
            </a:pPr>
            <a:r>
              <a:rPr lang="es-AR" sz="1600" b="1" dirty="0"/>
              <a:t>OFT-128-008 Rev2 – Técnica: </a:t>
            </a:r>
            <a:r>
              <a:rPr lang="es-AR" sz="1600" dirty="0"/>
              <a:t>Alcance, señales, materiales y cronograma tentativo.</a:t>
            </a:r>
          </a:p>
          <a:p>
            <a:pPr marL="342900" indent="-342900" algn="l">
              <a:spcAft>
                <a:spcPts val="2000"/>
              </a:spcAft>
              <a:buFont typeface="Arial" panose="020B0604020202020204"/>
              <a:buChar char="●"/>
            </a:pPr>
            <a:r>
              <a:rPr lang="es-AR" sz="1600" b="1" dirty="0"/>
              <a:t>ACAL-100-PL-K-551-A: </a:t>
            </a:r>
            <a:r>
              <a:rPr lang="es-AR" sz="1600" dirty="0"/>
              <a:t>Arquitectura del sistema de seguridad SIS (HIMA).</a:t>
            </a:r>
          </a:p>
          <a:p>
            <a:pPr marL="342900" indent="-342900" algn="l">
              <a:spcAft>
                <a:spcPts val="2000"/>
              </a:spcAft>
              <a:buFont typeface="Arial" panose="020B0604020202020204"/>
              <a:buChar char="●"/>
            </a:pPr>
            <a:r>
              <a:rPr lang="es-AR" sz="1600" b="1" dirty="0"/>
              <a:t>Anexo III – Expansión CPF2-F4: </a:t>
            </a:r>
            <a:r>
              <a:rPr lang="es-AR" sz="1600" dirty="0"/>
              <a:t>SCADA ELE/PMS (ABB) e integración.</a:t>
            </a:r>
          </a:p>
          <a:p>
            <a:pPr marL="342900" indent="-342900" algn="l">
              <a:spcAft>
                <a:spcPts val="2000"/>
              </a:spcAft>
              <a:buFont typeface="Arial" panose="020B0604020202020204"/>
              <a:buChar char="●"/>
            </a:pPr>
            <a:r>
              <a:rPr lang="es-AR" sz="1600" b="1" dirty="0"/>
              <a:t>ACAL-00102-PL-O-0001-A: </a:t>
            </a:r>
            <a:r>
              <a:rPr lang="es-AR" sz="1600" dirty="0"/>
              <a:t>Diagrama en bloques de comunicaciones y dispositivos a integrar.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476</Words>
  <Application>Microsoft Office PowerPoint</Application>
  <PresentationFormat>Panorámica</PresentationFormat>
  <Paragraphs>47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CPF2 La Calera – Ampliación de Arquitectura de Control / Seguridad / PMS</vt:lpstr>
      <vt:lpstr>Objetivo de la presentación</vt:lpstr>
      <vt:lpstr>1) PCS – Arquitectura de sistemas (Rockwell) – existente</vt:lpstr>
      <vt:lpstr>1) PCS – Arquitectura de sistemas (Rockwell) – existente</vt:lpstr>
      <vt:lpstr>PCS – Ampliación: incorporación de nuevo controlador y gabinetes I/O</vt:lpstr>
      <vt:lpstr>Cantidad de señales a incorporar (referencia: oferta técnica)</vt:lpstr>
      <vt:lpstr>2) SIS – Arquitectura de sistema de seguridad (HIMA)</vt:lpstr>
      <vt:lpstr>3) PMS ABB – Arquitectura SCADA ELE/PMS y expansión CPF2</vt:lpstr>
      <vt:lpstr>Comunicaciones OT / Dispositivos a integrar a nivel controlador</vt:lpstr>
      <vt:lpstr>Integraciones clave y criterios de redundancia</vt:lpstr>
      <vt:lpstr>Elementos principales de la ampliación (gabinetes/tableros)</vt:lpstr>
      <vt:lpstr>Documentos base utilizados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STIRPARO, DARIO FERNANDO</cp:lastModifiedBy>
  <cp:revision>5</cp:revision>
  <dcterms:created xsi:type="dcterms:W3CDTF">2013-01-27T09:14:16Z</dcterms:created>
  <dcterms:modified xsi:type="dcterms:W3CDTF">2026-05-08T11:19:31Z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01c5ec-e5b5-40ab-b632-dbf2eb8611fa_Enabled">
    <vt:lpwstr>true</vt:lpwstr>
  </property>
  <property fmtid="{D5CDD505-2E9C-101B-9397-08002B2CF9AE}" pid="3" name="MSIP_Label_b701c5ec-e5b5-40ab-b632-dbf2eb8611fa_SetDate">
    <vt:lpwstr>2026-05-07T23:55:48Z</vt:lpwstr>
  </property>
  <property fmtid="{D5CDD505-2E9C-101B-9397-08002B2CF9AE}" pid="4" name="MSIP_Label_b701c5ec-e5b5-40ab-b632-dbf2eb8611fa_Method">
    <vt:lpwstr>Standard</vt:lpwstr>
  </property>
  <property fmtid="{D5CDD505-2E9C-101B-9397-08002B2CF9AE}" pid="5" name="MSIP_Label_b701c5ec-e5b5-40ab-b632-dbf2eb8611fa_Name">
    <vt:lpwstr>YPF - Privado</vt:lpwstr>
  </property>
  <property fmtid="{D5CDD505-2E9C-101B-9397-08002B2CF9AE}" pid="6" name="MSIP_Label_b701c5ec-e5b5-40ab-b632-dbf2eb8611fa_SiteId">
    <vt:lpwstr>038018c3-616c-4b46-ad9b-aa9007f701b5</vt:lpwstr>
  </property>
  <property fmtid="{D5CDD505-2E9C-101B-9397-08002B2CF9AE}" pid="7" name="MSIP_Label_b701c5ec-e5b5-40ab-b632-dbf2eb8611fa_ActionId">
    <vt:lpwstr>20ac5f85-1583-4640-b425-1fbe6f9ecf73</vt:lpwstr>
  </property>
  <property fmtid="{D5CDD505-2E9C-101B-9397-08002B2CF9AE}" pid="8" name="MSIP_Label_b701c5ec-e5b5-40ab-b632-dbf2eb8611fa_ContentBits">
    <vt:lpwstr>0</vt:lpwstr>
  </property>
</Properties>
</file>